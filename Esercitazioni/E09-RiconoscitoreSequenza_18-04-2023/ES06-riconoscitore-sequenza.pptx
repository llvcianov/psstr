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13"/>
  </p:notesMasterIdLst>
  <p:handoutMasterIdLst>
    <p:handoutMasterId r:id="rId14"/>
  </p:handoutMasterIdLst>
  <p:sldIdLst>
    <p:sldId id="339" r:id="rId2"/>
    <p:sldId id="292" r:id="rId3"/>
    <p:sldId id="350" r:id="rId4"/>
    <p:sldId id="349" r:id="rId5"/>
    <p:sldId id="352" r:id="rId6"/>
    <p:sldId id="351" r:id="rId7"/>
    <p:sldId id="353" r:id="rId8"/>
    <p:sldId id="354" r:id="rId9"/>
    <p:sldId id="356" r:id="rId10"/>
    <p:sldId id="355" r:id="rId11"/>
    <p:sldId id="342" r:id="rId12"/>
  </p:sldIdLst>
  <p:sldSz cx="9144000" cy="6858000" type="screen4x3"/>
  <p:notesSz cx="7099300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7177"/>
    <a:srgbClr val="981238"/>
    <a:srgbClr val="FF9933"/>
    <a:srgbClr val="FFFF00"/>
    <a:srgbClr val="D537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059AA8-C2CF-3A4E-BBAD-2FB5D2017D00}" v="1" dt="2023-04-17T16:00:21.5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27" autoAdjust="0"/>
    <p:restoredTop sz="89213" autoAdjust="0"/>
  </p:normalViewPr>
  <p:slideViewPr>
    <p:cSldViewPr snapToGrid="0" snapToObjects="1">
      <p:cViewPr varScale="1">
        <p:scale>
          <a:sx n="139" d="100"/>
          <a:sy n="139" d="100"/>
        </p:scale>
        <p:origin x="292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1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-2418" y="-7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E OTTAVIANO" userId="71c053a0-2708-4d97-949b-8fa1b404de77" providerId="ADAL" clId="{1747BB78-C845-604D-9266-5C353D0DF341}"/>
    <pc:docChg chg="modSld">
      <pc:chgData name="DANIELE OTTAVIANO" userId="71c053a0-2708-4d97-949b-8fa1b404de77" providerId="ADAL" clId="{1747BB78-C845-604D-9266-5C353D0DF341}" dt="2023-04-11T15:43:41.971" v="20" actId="20578"/>
      <pc:docMkLst>
        <pc:docMk/>
      </pc:docMkLst>
      <pc:sldChg chg="modSp">
        <pc:chgData name="DANIELE OTTAVIANO" userId="71c053a0-2708-4d97-949b-8fa1b404de77" providerId="ADAL" clId="{1747BB78-C845-604D-9266-5C353D0DF341}" dt="2023-04-11T15:43:41.971" v="20" actId="20578"/>
        <pc:sldMkLst>
          <pc:docMk/>
          <pc:sldMk cId="0" sldId="292"/>
        </pc:sldMkLst>
        <pc:spChg chg="mod">
          <ac:chgData name="DANIELE OTTAVIANO" userId="71c053a0-2708-4d97-949b-8fa1b404de77" providerId="ADAL" clId="{1747BB78-C845-604D-9266-5C353D0DF341}" dt="2023-04-11T15:43:41.971" v="20" actId="20578"/>
          <ac:spMkLst>
            <pc:docMk/>
            <pc:sldMk cId="0" sldId="292"/>
            <ac:spMk id="20483" creationId="{00000000-0000-0000-0000-000000000000}"/>
          </ac:spMkLst>
        </pc:spChg>
      </pc:sldChg>
      <pc:sldChg chg="modSp mod">
        <pc:chgData name="DANIELE OTTAVIANO" userId="71c053a0-2708-4d97-949b-8fa1b404de77" providerId="ADAL" clId="{1747BB78-C845-604D-9266-5C353D0DF341}" dt="2023-04-11T15:43:30.134" v="19" actId="20577"/>
        <pc:sldMkLst>
          <pc:docMk/>
          <pc:sldMk cId="0" sldId="339"/>
        </pc:sldMkLst>
        <pc:spChg chg="mod">
          <ac:chgData name="DANIELE OTTAVIANO" userId="71c053a0-2708-4d97-949b-8fa1b404de77" providerId="ADAL" clId="{1747BB78-C845-604D-9266-5C353D0DF341}" dt="2023-04-11T15:43:30.134" v="19" actId="20577"/>
          <ac:spMkLst>
            <pc:docMk/>
            <pc:sldMk cId="0" sldId="339"/>
            <ac:spMk id="16387" creationId="{00000000-0000-0000-0000-000000000000}"/>
          </ac:spMkLst>
        </pc:spChg>
      </pc:sldChg>
    </pc:docChg>
  </pc:docChgLst>
  <pc:docChgLst>
    <pc:chgData name="DANIELE OTTAVIANO" userId="71c053a0-2708-4d97-949b-8fa1b404de77" providerId="ADAL" clId="{6C059AA8-C2CF-3A4E-BBAD-2FB5D2017D00}"/>
    <pc:docChg chg="undo custSel addSld modSld">
      <pc:chgData name="DANIELE OTTAVIANO" userId="71c053a0-2708-4d97-949b-8fa1b404de77" providerId="ADAL" clId="{6C059AA8-C2CF-3A4E-BBAD-2FB5D2017D00}" dt="2023-04-17T16:03:13.196" v="796" actId="20577"/>
      <pc:docMkLst>
        <pc:docMk/>
      </pc:docMkLst>
      <pc:sldChg chg="modSp mod">
        <pc:chgData name="DANIELE OTTAVIANO" userId="71c053a0-2708-4d97-949b-8fa1b404de77" providerId="ADAL" clId="{6C059AA8-C2CF-3A4E-BBAD-2FB5D2017D00}" dt="2023-04-17T15:59:51.435" v="339" actId="20577"/>
        <pc:sldMkLst>
          <pc:docMk/>
          <pc:sldMk cId="0" sldId="339"/>
        </pc:sldMkLst>
        <pc:spChg chg="mod">
          <ac:chgData name="DANIELE OTTAVIANO" userId="71c053a0-2708-4d97-949b-8fa1b404de77" providerId="ADAL" clId="{6C059AA8-C2CF-3A4E-BBAD-2FB5D2017D00}" dt="2023-04-17T15:59:51.435" v="339" actId="20577"/>
          <ac:spMkLst>
            <pc:docMk/>
            <pc:sldMk cId="0" sldId="339"/>
            <ac:spMk id="16386" creationId="{00000000-0000-0000-0000-000000000000}"/>
          </ac:spMkLst>
        </pc:spChg>
      </pc:sldChg>
      <pc:sldChg chg="modSp mod">
        <pc:chgData name="DANIELE OTTAVIANO" userId="71c053a0-2708-4d97-949b-8fa1b404de77" providerId="ADAL" clId="{6C059AA8-C2CF-3A4E-BBAD-2FB5D2017D00}" dt="2023-04-17T16:03:13.196" v="796" actId="20577"/>
        <pc:sldMkLst>
          <pc:docMk/>
          <pc:sldMk cId="472534801" sldId="342"/>
        </pc:sldMkLst>
        <pc:spChg chg="mod">
          <ac:chgData name="DANIELE OTTAVIANO" userId="71c053a0-2708-4d97-949b-8fa1b404de77" providerId="ADAL" clId="{6C059AA8-C2CF-3A4E-BBAD-2FB5D2017D00}" dt="2023-04-17T16:03:13.196" v="796" actId="20577"/>
          <ac:spMkLst>
            <pc:docMk/>
            <pc:sldMk cId="472534801" sldId="342"/>
            <ac:spMk id="3" creationId="{00000000-0000-0000-0000-000000000000}"/>
          </ac:spMkLst>
        </pc:spChg>
      </pc:sldChg>
      <pc:sldChg chg="modSp mod">
        <pc:chgData name="DANIELE OTTAVIANO" userId="71c053a0-2708-4d97-949b-8fa1b404de77" providerId="ADAL" clId="{6C059AA8-C2CF-3A4E-BBAD-2FB5D2017D00}" dt="2023-04-13T12:46:31.943" v="80" actId="20577"/>
        <pc:sldMkLst>
          <pc:docMk/>
          <pc:sldMk cId="1311513450" sldId="352"/>
        </pc:sldMkLst>
        <pc:spChg chg="mod">
          <ac:chgData name="DANIELE OTTAVIANO" userId="71c053a0-2708-4d97-949b-8fa1b404de77" providerId="ADAL" clId="{6C059AA8-C2CF-3A4E-BBAD-2FB5D2017D00}" dt="2023-04-13T12:46:31.943" v="80" actId="20577"/>
          <ac:spMkLst>
            <pc:docMk/>
            <pc:sldMk cId="1311513450" sldId="352"/>
            <ac:spMk id="7" creationId="{BD490BC5-4AA0-473E-BA81-45756F7D43E1}"/>
          </ac:spMkLst>
        </pc:spChg>
      </pc:sldChg>
      <pc:sldChg chg="modSp mod">
        <pc:chgData name="DANIELE OTTAVIANO" userId="71c053a0-2708-4d97-949b-8fa1b404de77" providerId="ADAL" clId="{6C059AA8-C2CF-3A4E-BBAD-2FB5D2017D00}" dt="2023-04-13T12:51:10.803" v="335" actId="20577"/>
        <pc:sldMkLst>
          <pc:docMk/>
          <pc:sldMk cId="2971332241" sldId="355"/>
        </pc:sldMkLst>
        <pc:spChg chg="mod">
          <ac:chgData name="DANIELE OTTAVIANO" userId="71c053a0-2708-4d97-949b-8fa1b404de77" providerId="ADAL" clId="{6C059AA8-C2CF-3A4E-BBAD-2FB5D2017D00}" dt="2023-04-13T12:51:10.803" v="335" actId="20577"/>
          <ac:spMkLst>
            <pc:docMk/>
            <pc:sldMk cId="2971332241" sldId="355"/>
            <ac:spMk id="3" creationId="{4EC79B5D-D2F0-43EB-98DB-BA27981245F9}"/>
          </ac:spMkLst>
        </pc:spChg>
      </pc:sldChg>
      <pc:sldChg chg="modSp add mod">
        <pc:chgData name="DANIELE OTTAVIANO" userId="71c053a0-2708-4d97-949b-8fa1b404de77" providerId="ADAL" clId="{6C059AA8-C2CF-3A4E-BBAD-2FB5D2017D00}" dt="2023-04-17T16:02:20.713" v="628" actId="20577"/>
        <pc:sldMkLst>
          <pc:docMk/>
          <pc:sldMk cId="3948417204" sldId="356"/>
        </pc:sldMkLst>
        <pc:spChg chg="mod">
          <ac:chgData name="DANIELE OTTAVIANO" userId="71c053a0-2708-4d97-949b-8fa1b404de77" providerId="ADAL" clId="{6C059AA8-C2CF-3A4E-BBAD-2FB5D2017D00}" dt="2023-04-17T16:00:28.458" v="359" actId="20577"/>
          <ac:spMkLst>
            <pc:docMk/>
            <pc:sldMk cId="3948417204" sldId="356"/>
            <ac:spMk id="2" creationId="{E3D10E18-9BAD-4D03-AA63-AA0F2C313E2A}"/>
          </ac:spMkLst>
        </pc:spChg>
        <pc:spChg chg="mod">
          <ac:chgData name="DANIELE OTTAVIANO" userId="71c053a0-2708-4d97-949b-8fa1b404de77" providerId="ADAL" clId="{6C059AA8-C2CF-3A4E-BBAD-2FB5D2017D00}" dt="2023-04-17T16:02:20.713" v="628" actId="20577"/>
          <ac:spMkLst>
            <pc:docMk/>
            <pc:sldMk cId="3948417204" sldId="356"/>
            <ac:spMk id="3" creationId="{707E2514-550E-496C-96C1-86AFD048F36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2700"/>
            <a:ext cx="307657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18" tIns="0" rIns="19818" bIns="0" numCol="1" anchor="t" anchorCtr="0" compatLnSpc="1">
            <a:prstTxWarp prst="textNoShape">
              <a:avLst/>
            </a:prstTxWarp>
          </a:bodyPr>
          <a:lstStyle>
            <a:lvl1pPr defTabSz="792163">
              <a:defRPr sz="1000" i="1">
                <a:solidFill>
                  <a:schemeClr val="hlink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12700"/>
            <a:ext cx="307657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18" tIns="0" rIns="19818" bIns="0" numCol="1" anchor="t" anchorCtr="0" compatLnSpc="1">
            <a:prstTxWarp prst="textNoShape">
              <a:avLst/>
            </a:prstTxWarp>
          </a:bodyPr>
          <a:lstStyle>
            <a:lvl1pPr algn="r" defTabSz="792163">
              <a:defRPr sz="1000" i="1">
                <a:solidFill>
                  <a:schemeClr val="hlink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42488"/>
            <a:ext cx="307657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18" tIns="0" rIns="19818" bIns="0" numCol="1" anchor="b" anchorCtr="0" compatLnSpc="1">
            <a:prstTxWarp prst="textNoShape">
              <a:avLst/>
            </a:prstTxWarp>
          </a:bodyPr>
          <a:lstStyle>
            <a:lvl1pPr defTabSz="792163">
              <a:defRPr sz="1000" i="1">
                <a:solidFill>
                  <a:schemeClr val="hlink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42488"/>
            <a:ext cx="307657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18" tIns="0" rIns="19818" bIns="0" numCol="1" anchor="b" anchorCtr="0" compatLnSpc="1">
            <a:prstTxWarp prst="textNoShape">
              <a:avLst/>
            </a:prstTxWarp>
          </a:bodyPr>
          <a:lstStyle>
            <a:lvl1pPr algn="r" defTabSz="792163">
              <a:defRPr sz="1000" i="1">
                <a:solidFill>
                  <a:schemeClr val="hlink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13A0C32E-D9F9-E347-A91D-1C61FCD128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226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2700"/>
            <a:ext cx="307657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18" tIns="0" rIns="19818" bIns="0" numCol="1" anchor="t" anchorCtr="0" compatLnSpc="1">
            <a:prstTxWarp prst="textNoShape">
              <a:avLst/>
            </a:prstTxWarp>
          </a:bodyPr>
          <a:lstStyle>
            <a:lvl1pPr defTabSz="792163">
              <a:defRPr sz="1000" i="1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12700"/>
            <a:ext cx="307657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18" tIns="0" rIns="19818" bIns="0" numCol="1" anchor="t" anchorCtr="0" compatLnSpc="1">
            <a:prstTxWarp prst="textNoShape">
              <a:avLst/>
            </a:prstTxWarp>
          </a:bodyPr>
          <a:lstStyle>
            <a:lvl1pPr algn="r" defTabSz="792163">
              <a:defRPr sz="1000" i="1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42488"/>
            <a:ext cx="307657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18" tIns="0" rIns="19818" bIns="0" numCol="1" anchor="b" anchorCtr="0" compatLnSpc="1">
            <a:prstTxWarp prst="textNoShape">
              <a:avLst/>
            </a:prstTxWarp>
          </a:bodyPr>
          <a:lstStyle>
            <a:lvl1pPr defTabSz="792163">
              <a:defRPr sz="1000" i="1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42488"/>
            <a:ext cx="307657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18" tIns="0" rIns="19818" bIns="0" numCol="1" anchor="b" anchorCtr="0" compatLnSpc="1">
            <a:prstTxWarp prst="textNoShape">
              <a:avLst/>
            </a:prstTxWarp>
          </a:bodyPr>
          <a:lstStyle>
            <a:lvl1pPr algn="r" defTabSz="792163">
              <a:defRPr sz="1000" i="1">
                <a:latin typeface="Times New Roman" charset="0"/>
              </a:defRPr>
            </a:lvl1pPr>
          </a:lstStyle>
          <a:p>
            <a:pPr>
              <a:defRPr/>
            </a:pPr>
            <a:fld id="{84F4A1A1-7A81-EB40-AD77-15B4E094F9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78388"/>
            <a:ext cx="5207000" cy="4624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6" tIns="47893" rIns="95786" bIns="4789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Fare clic per modificare gli stili del testo dello schema</a:t>
            </a:r>
          </a:p>
          <a:p>
            <a:pPr lvl="1"/>
            <a:r>
              <a:rPr lang="en-GB" noProof="0"/>
              <a:t>Secondo livello</a:t>
            </a:r>
          </a:p>
          <a:p>
            <a:pPr lvl="2"/>
            <a:r>
              <a:rPr lang="en-GB" noProof="0"/>
              <a:t>Terzo livello</a:t>
            </a:r>
          </a:p>
          <a:p>
            <a:pPr lvl="3"/>
            <a:r>
              <a:rPr lang="en-GB" noProof="0"/>
              <a:t>Quarto livello</a:t>
            </a:r>
          </a:p>
          <a:p>
            <a:pPr lvl="4"/>
            <a:r>
              <a:rPr lang="en-GB" noProof="0"/>
              <a:t>Quinto livello</a:t>
            </a:r>
          </a:p>
        </p:txBody>
      </p:sp>
      <p:sp>
        <p:nvSpPr>
          <p:cNvPr id="15367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6813" y="898525"/>
            <a:ext cx="4767262" cy="3575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</p:spTree>
    <p:extLst>
      <p:ext uri="{BB962C8B-B14F-4D97-AF65-F5344CB8AC3E}">
        <p14:creationId xmlns:p14="http://schemas.microsoft.com/office/powerpoint/2010/main" val="29268457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ＭＳ Ｐゴシック" charset="-128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92163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792163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792163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792163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792163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792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792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792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792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2A429702-031E-E243-AA7A-7B0FC8CC4E77}" type="slidenum">
              <a:rPr lang="en-GB" sz="1000">
                <a:latin typeface="Times New Roman" charset="0"/>
              </a:rPr>
              <a:pPr/>
              <a:t>1</a:t>
            </a:fld>
            <a:endParaRPr lang="en-GB" sz="1000">
              <a:latin typeface="Times New Roman" charset="0"/>
            </a:endParaRPr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92163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defTabSz="792163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defTabSz="792163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defTabSz="792163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defTabSz="792163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defTabSz="792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defTabSz="792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defTabSz="792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defTabSz="7921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9F9C0AEC-8A59-FD49-8211-28DA34C336D3}" type="slidenum">
              <a:rPr lang="en-GB" sz="1000">
                <a:latin typeface="Times New Roman" charset="0"/>
              </a:rPr>
              <a:pPr/>
              <a:t>2</a:t>
            </a:fld>
            <a:endParaRPr lang="en-GB" sz="1000">
              <a:latin typeface="Times New Roman" charset="0"/>
            </a:endParaRPr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4F4A1A1-7A81-EB40-AD77-15B4E094F920}" type="slidenum">
              <a:rPr lang="en-GB" smtClean="0"/>
              <a:pPr>
                <a:defRPr/>
              </a:pPr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878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927100"/>
            <a:ext cx="8991600" cy="4495800"/>
            <a:chOff x="0" y="584"/>
            <a:chExt cx="5664" cy="2832"/>
          </a:xfrm>
        </p:grpSpPr>
        <p:sp>
          <p:nvSpPr>
            <p:cNvPr id="5" name="AutoShape 3"/>
            <p:cNvSpPr>
              <a:spLocks noChangeArrowheads="1"/>
            </p:cNvSpPr>
            <p:nvPr userDrawn="1"/>
          </p:nvSpPr>
          <p:spPr bwMode="auto">
            <a:xfrm>
              <a:off x="432" y="1304"/>
              <a:ext cx="4656" cy="2112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it-IT">
                <a:latin typeface="Times New Roman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 userDrawn="1"/>
          </p:nvSpPr>
          <p:spPr bwMode="blackWhite">
            <a:xfrm>
              <a:off x="144" y="584"/>
              <a:ext cx="4512" cy="62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it-IT">
                <a:latin typeface="Times New Roman" charset="0"/>
              </a:endParaRPr>
            </a:p>
          </p:txBody>
        </p:sp>
        <p:sp>
          <p:nvSpPr>
            <p:cNvPr id="7" name="AutoShape 5"/>
            <p:cNvSpPr>
              <a:spLocks noChangeArrowheads="1"/>
            </p:cNvSpPr>
            <p:nvPr userDrawn="1"/>
          </p:nvSpPr>
          <p:spPr bwMode="blackWhite">
            <a:xfrm>
              <a:off x="0" y="872"/>
              <a:ext cx="5664" cy="1152"/>
            </a:xfrm>
            <a:custGeom>
              <a:avLst/>
              <a:gdLst>
                <a:gd name="T0" fmla="*/ 0 w 4917"/>
                <a:gd name="T1" fmla="*/ 0 h 1000"/>
                <a:gd name="T2" fmla="*/ 5087 w 4917"/>
                <a:gd name="T3" fmla="*/ 0 h 1000"/>
                <a:gd name="T4" fmla="*/ 5664 w 4917"/>
                <a:gd name="T5" fmla="*/ 576 h 1000"/>
                <a:gd name="T6" fmla="*/ 5088 w 4917"/>
                <a:gd name="T7" fmla="*/ 1152 h 1000"/>
                <a:gd name="T8" fmla="*/ 0 w 4917"/>
                <a:gd name="T9" fmla="*/ 1152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7"/>
                <a:gd name="T16" fmla="*/ 0 h 1000"/>
                <a:gd name="T17" fmla="*/ 2459 w 4917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6"/>
            <p:cNvSpPr>
              <a:spLocks noChangeShapeType="1"/>
            </p:cNvSpPr>
            <p:nvPr userDrawn="1"/>
          </p:nvSpPr>
          <p:spPr bwMode="auto">
            <a:xfrm>
              <a:off x="0" y="1928"/>
              <a:ext cx="5232" cy="0"/>
            </a:xfrm>
            <a:prstGeom prst="line">
              <a:avLst/>
            </a:prstGeom>
            <a:noFill/>
            <a:ln w="508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Line 12"/>
          <p:cNvSpPr>
            <a:spLocks noChangeShapeType="1"/>
          </p:cNvSpPr>
          <p:nvPr/>
        </p:nvSpPr>
        <p:spPr bwMode="auto">
          <a:xfrm>
            <a:off x="228600" y="6248400"/>
            <a:ext cx="8610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3"/>
          <p:cNvSpPr>
            <a:spLocks noChangeShapeType="1"/>
          </p:cNvSpPr>
          <p:nvPr userDrawn="1"/>
        </p:nvSpPr>
        <p:spPr bwMode="auto">
          <a:xfrm>
            <a:off x="228600" y="6248400"/>
            <a:ext cx="8610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63" name="Rectangle 7"/>
          <p:cNvSpPr>
            <a:spLocks noGrp="1" noChangeArrowheads="1"/>
          </p:cNvSpPr>
          <p:nvPr>
            <p:ph type="ctrTitle"/>
          </p:nvPr>
        </p:nvSpPr>
        <p:spPr>
          <a:xfrm>
            <a:off x="228600" y="1427163"/>
            <a:ext cx="8077200" cy="1609725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121864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41700"/>
            <a:ext cx="6629400" cy="16764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11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714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53163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3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714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D58AAE-D37E-BB41-A76A-58D958F05CAD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0466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E69C6D-0241-C642-A750-BCC21E81E206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1753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62A89B-EECC-D94C-8BF2-EB0821127498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7803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27E682-0412-9C4A-AC00-D4B6BD64343A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9206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619FF4-449D-174D-BC55-A8853B42FFDC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3853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B58AD0-BCB1-3140-B19A-909CD43A882F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2042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D40C30-8D5D-2C41-A5A9-CD75DEDDAD9D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262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5BFDDE-D029-FE4D-8D93-6EBF7D983AE0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8791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5E6DCD-8EDC-B945-83E9-DC00E9AFEFA4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6599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E8D74F-D5E1-A144-B985-89F608A4986E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9802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0013" y="228600"/>
            <a:ext cx="2084387" cy="57912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02350" cy="57912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99C8C4-A27F-5B40-B0B3-02B07AC39853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93787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5287" cy="9144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42CAC6-BCC0-7643-AE77-30A36B9496A1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1699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152400"/>
            <a:ext cx="8686800" cy="6096000"/>
            <a:chOff x="0" y="96"/>
            <a:chExt cx="5472" cy="3840"/>
          </a:xfrm>
        </p:grpSpPr>
        <p:sp>
          <p:nvSpPr>
            <p:cNvPr id="1032" name="AutoShape 3"/>
            <p:cNvSpPr>
              <a:spLocks noChangeArrowheads="1"/>
            </p:cNvSpPr>
            <p:nvPr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it-IT">
                <a:latin typeface="Times New Roman" charset="0"/>
              </a:endParaRPr>
            </a:p>
          </p:txBody>
        </p:sp>
        <p:sp>
          <p:nvSpPr>
            <p:cNvPr id="1033" name="AutoShape 4"/>
            <p:cNvSpPr>
              <a:spLocks noChangeArrowheads="1"/>
            </p:cNvSpPr>
            <p:nvPr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T0" fmla="*/ 0 w 7000"/>
                <a:gd name="T1" fmla="*/ 0 h 1000"/>
                <a:gd name="T2" fmla="*/ 4991 w 7000"/>
                <a:gd name="T3" fmla="*/ 0 h 1000"/>
                <a:gd name="T4" fmla="*/ 5376 w 7000"/>
                <a:gd name="T5" fmla="*/ 384 h 1000"/>
                <a:gd name="T6" fmla="*/ 4992 w 7000"/>
                <a:gd name="T7" fmla="*/ 768 h 1000"/>
                <a:gd name="T8" fmla="*/ 0 w 7000"/>
                <a:gd name="T9" fmla="*/ 768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00"/>
                <a:gd name="T16" fmla="*/ 0 h 1000"/>
                <a:gd name="T17" fmla="*/ 3500 w 7000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" name="Line 5"/>
            <p:cNvSpPr>
              <a:spLocks noChangeShapeType="1"/>
            </p:cNvSpPr>
            <p:nvPr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28600"/>
            <a:ext cx="8015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lo stile del titolo</a:t>
            </a:r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20840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20841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2084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charset="0"/>
              </a:defRPr>
            </a:lvl1pPr>
          </a:lstStyle>
          <a:p>
            <a:pPr>
              <a:defRPr/>
            </a:pPr>
            <a:fld id="{4B91522B-E79F-8A40-A1C2-D6ABD73AFD29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charset="0"/>
        <a:buChar char="l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l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charset="0"/>
        <a:buChar char="l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charset="0"/>
        <a:buChar char="l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charset="0"/>
        <a:buChar char="l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1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DC4D3F1A-0F3B-3240-9AD4-BC7F72AE86E8}" type="slidenum">
              <a:rPr lang="it-IT" sz="1200">
                <a:latin typeface="Arial Black" charset="0"/>
              </a:rPr>
              <a:pPr/>
              <a:t>1</a:t>
            </a:fld>
            <a:endParaRPr lang="it-IT" sz="1200" dirty="0">
              <a:latin typeface="Arial Black" charset="0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it-IT" dirty="0">
                <a:latin typeface="Arial" charset="0"/>
                <a:ea typeface="ＭＳ Ｐゴシック" charset="0"/>
                <a:cs typeface="ＭＳ Ｐゴシック" charset="0"/>
              </a:rPr>
              <a:t>Esercitazione 06: </a:t>
            </a:r>
            <a:br>
              <a:rPr lang="it-IT" dirty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it-IT" dirty="0">
                <a:latin typeface="Arial" charset="0"/>
                <a:ea typeface="ＭＳ Ｐゴシック" charset="0"/>
                <a:cs typeface="ＭＳ Ｐゴシック" charset="0"/>
              </a:rPr>
              <a:t>riconoscitore di sequenze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19250" y="3213100"/>
            <a:ext cx="5688013" cy="1676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it-IT" sz="2400" dirty="0">
                <a:latin typeface="Comic Sans MS" charset="0"/>
                <a:ea typeface="ＭＳ Ｐゴシック" charset="0"/>
                <a:cs typeface="ＭＳ Ｐゴシック" charset="0"/>
              </a:rPr>
              <a:t>Corso di</a:t>
            </a:r>
            <a:br>
              <a:rPr lang="it-IT" sz="2400" dirty="0">
                <a:latin typeface="Comic Sans MS" charset="0"/>
                <a:ea typeface="ＭＳ Ｐゴシック" charset="0"/>
                <a:cs typeface="ＭＳ Ｐゴシック" charset="0"/>
              </a:rPr>
            </a:br>
            <a:r>
              <a:rPr lang="it-IT" sz="2400" dirty="0">
                <a:latin typeface="Comic Sans MS" charset="0"/>
                <a:ea typeface="ＭＳ Ｐゴシック" charset="0"/>
                <a:cs typeface="ＭＳ Ｐゴシック" charset="0"/>
              </a:rPr>
              <a:t>Progetto e Sviluppo di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it-IT" sz="2400" dirty="0">
                <a:latin typeface="Comic Sans MS" charset="0"/>
                <a:ea typeface="ＭＳ Ｐゴシック" charset="0"/>
                <a:cs typeface="ＭＳ Ｐゴシック" charset="0"/>
              </a:rPr>
              <a:t>Sistemi in Tempo Reale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endParaRPr lang="it-IT" sz="2400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it-IT" sz="2400" dirty="0">
                <a:latin typeface="Comic Sans MS" charset="0"/>
                <a:ea typeface="ＭＳ Ｐゴシック" charset="0"/>
                <a:cs typeface="ＭＳ Ｐゴシック" charset="0"/>
              </a:rPr>
              <a:t>Marcello Cinque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r>
              <a:rPr lang="it-IT" sz="2400" dirty="0">
                <a:latin typeface="Comic Sans MS" charset="0"/>
                <a:ea typeface="ＭＳ Ｐゴシック" charset="0"/>
                <a:cs typeface="ＭＳ Ｐゴシック" charset="0"/>
              </a:rPr>
              <a:t>Daniele Ottaviano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</a:pPr>
            <a:endParaRPr lang="it-IT" sz="2400" dirty="0"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5829" y="1"/>
            <a:ext cx="848172" cy="8966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5711" y="1"/>
            <a:ext cx="896640" cy="896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egnaposto numero diapositiva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fld id="{D607D959-1C09-BC4E-A685-7B8E9FDA14D7}" type="slidenum">
              <a:rPr lang="it-IT" sz="1200">
                <a:latin typeface="Arial Black" charset="0"/>
              </a:rPr>
              <a:pPr/>
              <a:t>2</a:t>
            </a:fld>
            <a:endParaRPr lang="it-IT" sz="1200">
              <a:latin typeface="Arial Black" charset="0"/>
            </a:endParaRP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5263" y="228600"/>
            <a:ext cx="8337550" cy="914400"/>
          </a:xfrm>
          <a:noFill/>
        </p:spPr>
        <p:txBody>
          <a:bodyPr/>
          <a:lstStyle/>
          <a:p>
            <a:pPr eaLnBrk="1" hangingPunct="1"/>
            <a:r>
              <a:rPr lang="it-IT" dirty="0">
                <a:latin typeface="Arial" charset="0"/>
                <a:ea typeface="ＭＳ Ｐゴシック" charset="0"/>
                <a:cs typeface="ＭＳ Ｐゴシック" charset="0"/>
              </a:rPr>
              <a:t>Traccia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484312"/>
            <a:ext cx="7924800" cy="5040593"/>
          </a:xfrm>
        </p:spPr>
        <p:txBody>
          <a:bodyPr/>
          <a:lstStyle/>
          <a:p>
            <a:pPr eaLnBrk="1" hangingPunct="1"/>
            <a:r>
              <a:rPr lang="it-IT" sz="2400" dirty="0">
                <a:latin typeface="Arial" charset="0"/>
                <a:ea typeface="ＭＳ Ｐゴシック" charset="0"/>
                <a:cs typeface="ＭＳ Ｐゴシック" charset="0"/>
              </a:rPr>
              <a:t>Si realizzino usando le primitive RT-POSIX</a:t>
            </a:r>
          </a:p>
          <a:p>
            <a:pPr lvl="1" eaLnBrk="1" hangingPunct="1"/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3 task hard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real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time kernel-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level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b="1" dirty="0">
                <a:latin typeface="Arial" charset="0"/>
                <a:ea typeface="ＭＳ Ｐゴシック" charset="0"/>
                <a:cs typeface="ＭＳ Ｐゴシック" charset="0"/>
              </a:rPr>
              <a:t>generatori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di «onde quadre» per la generazione periodica di sequenze numeriche codificate su 3 bit</a:t>
            </a:r>
          </a:p>
          <a:p>
            <a:pPr lvl="1" eaLnBrk="1" hangingPunct="1"/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un task hard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real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time kernel-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level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000" b="1" dirty="0">
                <a:latin typeface="Arial" charset="0"/>
                <a:ea typeface="ＭＳ Ｐゴシック" charset="0"/>
                <a:cs typeface="ＭＳ Ｐゴシック" charset="0"/>
              </a:rPr>
              <a:t>riconoscitore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della sequenza 0,3,6,5 a partire dal codice prodotto dalle onde quadre</a:t>
            </a:r>
          </a:p>
          <a:p>
            <a:pPr lvl="1" eaLnBrk="1" hangingPunct="1"/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un task 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buddy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«scope» user-</a:t>
            </a:r>
            <a:r>
              <a:rPr lang="it-IT" sz="2000" dirty="0" err="1">
                <a:latin typeface="Arial" charset="0"/>
                <a:ea typeface="ＭＳ Ｐゴシック" charset="0"/>
                <a:cs typeface="ＭＳ Ｐゴシック" charset="0"/>
              </a:rPr>
              <a:t>level</a:t>
            </a:r>
            <a:r>
              <a:rPr lang="it-IT" sz="2000" dirty="0">
                <a:latin typeface="Arial" charset="0"/>
                <a:ea typeface="ＭＳ Ｐゴシック" charset="0"/>
                <a:cs typeface="ＭＳ Ｐゴシック" charset="0"/>
              </a:rPr>
              <a:t> per la stampa a video dei risultati di riconoscimento</a:t>
            </a:r>
          </a:p>
          <a:p>
            <a:pPr eaLnBrk="1" hangingPunct="1"/>
            <a:r>
              <a:rPr lang="it-IT" sz="2400" dirty="0">
                <a:latin typeface="Arial" charset="0"/>
                <a:ea typeface="ＭＳ Ｐゴシック" charset="0"/>
                <a:cs typeface="ＭＳ Ｐゴシック" charset="0"/>
              </a:rPr>
              <a:t>I task possono far parte dello stesso sorgente e devono essere schedulati con </a:t>
            </a:r>
            <a:r>
              <a:rPr lang="it-IT" sz="2400" b="1" dirty="0">
                <a:latin typeface="Arial" charset="0"/>
                <a:ea typeface="ＭＳ Ｐゴシック" charset="0"/>
                <a:cs typeface="ＭＳ Ｐゴシック" charset="0"/>
              </a:rPr>
              <a:t>rate </a:t>
            </a:r>
            <a:r>
              <a:rPr lang="it-IT" sz="2400" b="1" dirty="0" err="1">
                <a:latin typeface="Arial" charset="0"/>
                <a:ea typeface="ＭＳ Ｐゴシック" charset="0"/>
                <a:cs typeface="ＭＳ Ｐゴシック" charset="0"/>
              </a:rPr>
              <a:t>monotonic</a:t>
            </a:r>
            <a:endParaRPr lang="it-IT" sz="2400" b="1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marL="0" indent="0" eaLnBrk="1" hangingPunct="1">
              <a:buNone/>
            </a:pPr>
            <a:endParaRPr lang="it-IT" sz="2000" dirty="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6227BD-3DCF-4043-A24C-D9595D4FB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Task generatori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4E89D05-9E0F-4045-9DC1-DA52198C2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800" dirty="0"/>
              <a:t>Ognuno dei 3 task generatori </a:t>
            </a:r>
          </a:p>
          <a:p>
            <a:pPr lvl="1"/>
            <a:r>
              <a:rPr lang="it-IT" sz="2400" dirty="0"/>
              <a:t>Genera la propria onda quadra commutando una variabile binaria (da 0 a 1 e viceversa) ogni suo periodo di esecuzione (semiperiodo dell’onda)</a:t>
            </a:r>
          </a:p>
          <a:p>
            <a:pPr lvl="1"/>
            <a:r>
              <a:rPr lang="it-IT" sz="2400" dirty="0"/>
              <a:t>è caratterizzato da un suo semiperiodo (minimo 10ms) e da una fase di partenza (multipla di 10ms)</a:t>
            </a:r>
          </a:p>
          <a:p>
            <a:r>
              <a:rPr lang="it-IT" sz="2800" dirty="0"/>
              <a:t>I 3 task generano nel tempo delle sequenze numeriche, considerando le cifre codificate su 3 bit prodotte nel tempo durante l’esecuzione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7D79006-35AC-4C82-AAAC-1F82BF6C6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E69C6D-0241-C642-A750-BCC21E81E206}" type="slidenum">
              <a:rPr lang="it-IT" smtClean="0"/>
              <a:pPr>
                <a:defRPr/>
              </a:pPr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9452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B0BCA1-BCF3-4FBB-A227-C269636F2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Sequenze numeriche da onde quadre binarie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08CFC50-310A-498C-A5A2-A0027CE92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E69C6D-0241-C642-A750-BCC21E81E206}" type="slidenum">
              <a:rPr lang="it-IT" smtClean="0"/>
              <a:pPr>
                <a:defRPr/>
              </a:pPr>
              <a:t>4</a:t>
            </a:fld>
            <a:endParaRPr lang="it-IT"/>
          </a:p>
        </p:txBody>
      </p:sp>
      <p:cxnSp>
        <p:nvCxnSpPr>
          <p:cNvPr id="5" name="Connettore 1 21">
            <a:extLst>
              <a:ext uri="{FF2B5EF4-FFF2-40B4-BE49-F238E27FC236}">
                <a16:creationId xmlns:a16="http://schemas.microsoft.com/office/drawing/2014/main" id="{5E2DAD07-10C8-4563-8F26-1B95856AD42B}"/>
              </a:ext>
            </a:extLst>
          </p:cNvPr>
          <p:cNvCxnSpPr/>
          <p:nvPr/>
        </p:nvCxnSpPr>
        <p:spPr bwMode="auto">
          <a:xfrm>
            <a:off x="891824" y="2140881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" name="Connettore 1 22">
            <a:extLst>
              <a:ext uri="{FF2B5EF4-FFF2-40B4-BE49-F238E27FC236}">
                <a16:creationId xmlns:a16="http://schemas.microsoft.com/office/drawing/2014/main" id="{EF725274-54EA-42CE-A8D8-F53C3CE307BC}"/>
              </a:ext>
            </a:extLst>
          </p:cNvPr>
          <p:cNvCxnSpPr/>
          <p:nvPr/>
        </p:nvCxnSpPr>
        <p:spPr bwMode="auto">
          <a:xfrm flipV="1">
            <a:off x="1224468" y="1851531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" name="Connettore 1 24">
            <a:extLst>
              <a:ext uri="{FF2B5EF4-FFF2-40B4-BE49-F238E27FC236}">
                <a16:creationId xmlns:a16="http://schemas.microsoft.com/office/drawing/2014/main" id="{C73E1C91-6A41-4565-830D-F7A260390C90}"/>
              </a:ext>
            </a:extLst>
          </p:cNvPr>
          <p:cNvCxnSpPr/>
          <p:nvPr/>
        </p:nvCxnSpPr>
        <p:spPr bwMode="auto">
          <a:xfrm flipV="1">
            <a:off x="1553719" y="1859256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8" name="Connettore 1 25">
            <a:extLst>
              <a:ext uri="{FF2B5EF4-FFF2-40B4-BE49-F238E27FC236}">
                <a16:creationId xmlns:a16="http://schemas.microsoft.com/office/drawing/2014/main" id="{11C6A80B-AA76-47E0-844C-0AD57A6C2F24}"/>
              </a:ext>
            </a:extLst>
          </p:cNvPr>
          <p:cNvCxnSpPr/>
          <p:nvPr/>
        </p:nvCxnSpPr>
        <p:spPr bwMode="auto">
          <a:xfrm>
            <a:off x="1224468" y="1850906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9" name="Connettore 1 26">
            <a:extLst>
              <a:ext uri="{FF2B5EF4-FFF2-40B4-BE49-F238E27FC236}">
                <a16:creationId xmlns:a16="http://schemas.microsoft.com/office/drawing/2014/main" id="{6A1B8C99-87C0-4510-8923-3CDBB115D7F6}"/>
              </a:ext>
            </a:extLst>
          </p:cNvPr>
          <p:cNvCxnSpPr/>
          <p:nvPr/>
        </p:nvCxnSpPr>
        <p:spPr bwMode="auto">
          <a:xfrm>
            <a:off x="1542622" y="2147981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" name="Connettore 1 27">
            <a:extLst>
              <a:ext uri="{FF2B5EF4-FFF2-40B4-BE49-F238E27FC236}">
                <a16:creationId xmlns:a16="http://schemas.microsoft.com/office/drawing/2014/main" id="{61A23421-FD8A-4987-A5FC-CADDA483BAC3}"/>
              </a:ext>
            </a:extLst>
          </p:cNvPr>
          <p:cNvCxnSpPr/>
          <p:nvPr/>
        </p:nvCxnSpPr>
        <p:spPr bwMode="auto">
          <a:xfrm flipV="1">
            <a:off x="1875266" y="1858631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" name="Connettore 1 28">
            <a:extLst>
              <a:ext uri="{FF2B5EF4-FFF2-40B4-BE49-F238E27FC236}">
                <a16:creationId xmlns:a16="http://schemas.microsoft.com/office/drawing/2014/main" id="{6909DFA8-C20B-4E5B-8A92-C0F05E071AC5}"/>
              </a:ext>
            </a:extLst>
          </p:cNvPr>
          <p:cNvCxnSpPr/>
          <p:nvPr/>
        </p:nvCxnSpPr>
        <p:spPr bwMode="auto">
          <a:xfrm flipV="1">
            <a:off x="2204517" y="1866356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2" name="Connettore 1 29">
            <a:extLst>
              <a:ext uri="{FF2B5EF4-FFF2-40B4-BE49-F238E27FC236}">
                <a16:creationId xmlns:a16="http://schemas.microsoft.com/office/drawing/2014/main" id="{1EA726AD-5492-4E43-A10E-95C55757ECEF}"/>
              </a:ext>
            </a:extLst>
          </p:cNvPr>
          <p:cNvCxnSpPr/>
          <p:nvPr/>
        </p:nvCxnSpPr>
        <p:spPr bwMode="auto">
          <a:xfrm>
            <a:off x="1875266" y="1858006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3" name="Connettore 1 30">
            <a:extLst>
              <a:ext uri="{FF2B5EF4-FFF2-40B4-BE49-F238E27FC236}">
                <a16:creationId xmlns:a16="http://schemas.microsoft.com/office/drawing/2014/main" id="{5305931C-A8CA-492A-9904-597FA05FAC01}"/>
              </a:ext>
            </a:extLst>
          </p:cNvPr>
          <p:cNvCxnSpPr/>
          <p:nvPr/>
        </p:nvCxnSpPr>
        <p:spPr bwMode="auto">
          <a:xfrm>
            <a:off x="2217872" y="2148606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4" name="Connettore 1 31">
            <a:extLst>
              <a:ext uri="{FF2B5EF4-FFF2-40B4-BE49-F238E27FC236}">
                <a16:creationId xmlns:a16="http://schemas.microsoft.com/office/drawing/2014/main" id="{ABD1834C-2C0E-4FB5-A05B-9FD5E309C3CC}"/>
              </a:ext>
            </a:extLst>
          </p:cNvPr>
          <p:cNvCxnSpPr/>
          <p:nvPr/>
        </p:nvCxnSpPr>
        <p:spPr bwMode="auto">
          <a:xfrm flipV="1">
            <a:off x="2550516" y="1859256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5" name="Connettore 1 32">
            <a:extLst>
              <a:ext uri="{FF2B5EF4-FFF2-40B4-BE49-F238E27FC236}">
                <a16:creationId xmlns:a16="http://schemas.microsoft.com/office/drawing/2014/main" id="{07774633-BBB8-4EA4-863F-CD2C00DBEAE3}"/>
              </a:ext>
            </a:extLst>
          </p:cNvPr>
          <p:cNvCxnSpPr/>
          <p:nvPr/>
        </p:nvCxnSpPr>
        <p:spPr bwMode="auto">
          <a:xfrm flipV="1">
            <a:off x="2879767" y="1866981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6" name="Connettore 1 33">
            <a:extLst>
              <a:ext uri="{FF2B5EF4-FFF2-40B4-BE49-F238E27FC236}">
                <a16:creationId xmlns:a16="http://schemas.microsoft.com/office/drawing/2014/main" id="{4052222D-413A-4B17-9E04-B6E7715A18EB}"/>
              </a:ext>
            </a:extLst>
          </p:cNvPr>
          <p:cNvCxnSpPr/>
          <p:nvPr/>
        </p:nvCxnSpPr>
        <p:spPr bwMode="auto">
          <a:xfrm>
            <a:off x="2550516" y="1858631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7" name="Connettore 1 34">
            <a:extLst>
              <a:ext uri="{FF2B5EF4-FFF2-40B4-BE49-F238E27FC236}">
                <a16:creationId xmlns:a16="http://schemas.microsoft.com/office/drawing/2014/main" id="{B92B51EA-09AF-44C6-B417-6EABB3696A0D}"/>
              </a:ext>
            </a:extLst>
          </p:cNvPr>
          <p:cNvCxnSpPr/>
          <p:nvPr/>
        </p:nvCxnSpPr>
        <p:spPr bwMode="auto">
          <a:xfrm>
            <a:off x="2868670" y="2155706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8" name="Connettore 1 35">
            <a:extLst>
              <a:ext uri="{FF2B5EF4-FFF2-40B4-BE49-F238E27FC236}">
                <a16:creationId xmlns:a16="http://schemas.microsoft.com/office/drawing/2014/main" id="{1FA12740-6EEF-4BE7-8B7C-21C2B5792DD1}"/>
              </a:ext>
            </a:extLst>
          </p:cNvPr>
          <p:cNvCxnSpPr/>
          <p:nvPr/>
        </p:nvCxnSpPr>
        <p:spPr bwMode="auto">
          <a:xfrm flipV="1">
            <a:off x="3201314" y="1866356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9" name="Connettore 1 36">
            <a:extLst>
              <a:ext uri="{FF2B5EF4-FFF2-40B4-BE49-F238E27FC236}">
                <a16:creationId xmlns:a16="http://schemas.microsoft.com/office/drawing/2014/main" id="{58948AE0-46E2-4363-8586-AAAF2C1ED455}"/>
              </a:ext>
            </a:extLst>
          </p:cNvPr>
          <p:cNvCxnSpPr/>
          <p:nvPr/>
        </p:nvCxnSpPr>
        <p:spPr bwMode="auto">
          <a:xfrm flipV="1">
            <a:off x="3530565" y="1874081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0" name="Connettore 1 37">
            <a:extLst>
              <a:ext uri="{FF2B5EF4-FFF2-40B4-BE49-F238E27FC236}">
                <a16:creationId xmlns:a16="http://schemas.microsoft.com/office/drawing/2014/main" id="{ACD54074-42DD-4626-911C-9D09DB9420E9}"/>
              </a:ext>
            </a:extLst>
          </p:cNvPr>
          <p:cNvCxnSpPr/>
          <p:nvPr/>
        </p:nvCxnSpPr>
        <p:spPr bwMode="auto">
          <a:xfrm>
            <a:off x="3201314" y="1865731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1" name="Connettore 1 41">
            <a:extLst>
              <a:ext uri="{FF2B5EF4-FFF2-40B4-BE49-F238E27FC236}">
                <a16:creationId xmlns:a16="http://schemas.microsoft.com/office/drawing/2014/main" id="{FD40AF75-55EF-4D63-8222-0EA4871ABF9C}"/>
              </a:ext>
            </a:extLst>
          </p:cNvPr>
          <p:cNvCxnSpPr>
            <a:cxnSpLocks/>
          </p:cNvCxnSpPr>
          <p:nvPr/>
        </p:nvCxnSpPr>
        <p:spPr bwMode="auto">
          <a:xfrm>
            <a:off x="891824" y="2672074"/>
            <a:ext cx="66189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2" name="Connettore 1 42">
            <a:extLst>
              <a:ext uri="{FF2B5EF4-FFF2-40B4-BE49-F238E27FC236}">
                <a16:creationId xmlns:a16="http://schemas.microsoft.com/office/drawing/2014/main" id="{CA45D10C-5D0D-4B9E-BF81-2DE88862F5B3}"/>
              </a:ext>
            </a:extLst>
          </p:cNvPr>
          <p:cNvCxnSpPr>
            <a:cxnSpLocks/>
          </p:cNvCxnSpPr>
          <p:nvPr/>
        </p:nvCxnSpPr>
        <p:spPr bwMode="auto">
          <a:xfrm flipV="1">
            <a:off x="1553719" y="2382724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3" name="Connettore 1 43">
            <a:extLst>
              <a:ext uri="{FF2B5EF4-FFF2-40B4-BE49-F238E27FC236}">
                <a16:creationId xmlns:a16="http://schemas.microsoft.com/office/drawing/2014/main" id="{8A3BE217-9C1E-4E80-9C4A-C72A29AEE466}"/>
              </a:ext>
            </a:extLst>
          </p:cNvPr>
          <p:cNvCxnSpPr>
            <a:cxnSpLocks/>
          </p:cNvCxnSpPr>
          <p:nvPr/>
        </p:nvCxnSpPr>
        <p:spPr bwMode="auto">
          <a:xfrm flipV="1">
            <a:off x="2202355" y="2395910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4" name="Connettore 1 44">
            <a:extLst>
              <a:ext uri="{FF2B5EF4-FFF2-40B4-BE49-F238E27FC236}">
                <a16:creationId xmlns:a16="http://schemas.microsoft.com/office/drawing/2014/main" id="{E7966B50-9CA8-4B40-AA6C-637CD372BB70}"/>
              </a:ext>
            </a:extLst>
          </p:cNvPr>
          <p:cNvCxnSpPr>
            <a:cxnSpLocks/>
          </p:cNvCxnSpPr>
          <p:nvPr/>
        </p:nvCxnSpPr>
        <p:spPr bwMode="auto">
          <a:xfrm>
            <a:off x="1553719" y="2382099"/>
            <a:ext cx="65079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5" name="Connettore 1 48">
            <a:extLst>
              <a:ext uri="{FF2B5EF4-FFF2-40B4-BE49-F238E27FC236}">
                <a16:creationId xmlns:a16="http://schemas.microsoft.com/office/drawing/2014/main" id="{A54E80ED-1ACD-435A-B44C-98F664C2841F}"/>
              </a:ext>
            </a:extLst>
          </p:cNvPr>
          <p:cNvCxnSpPr>
            <a:cxnSpLocks/>
          </p:cNvCxnSpPr>
          <p:nvPr/>
        </p:nvCxnSpPr>
        <p:spPr bwMode="auto">
          <a:xfrm>
            <a:off x="2188500" y="2699115"/>
            <a:ext cx="66189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6" name="Connettore 1 49">
            <a:extLst>
              <a:ext uri="{FF2B5EF4-FFF2-40B4-BE49-F238E27FC236}">
                <a16:creationId xmlns:a16="http://schemas.microsoft.com/office/drawing/2014/main" id="{631711F6-92F1-4008-82AA-8050AAC95E30}"/>
              </a:ext>
            </a:extLst>
          </p:cNvPr>
          <p:cNvCxnSpPr>
            <a:cxnSpLocks/>
          </p:cNvCxnSpPr>
          <p:nvPr/>
        </p:nvCxnSpPr>
        <p:spPr bwMode="auto">
          <a:xfrm flipV="1">
            <a:off x="2850395" y="2396535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7" name="Connettore 1 50">
            <a:extLst>
              <a:ext uri="{FF2B5EF4-FFF2-40B4-BE49-F238E27FC236}">
                <a16:creationId xmlns:a16="http://schemas.microsoft.com/office/drawing/2014/main" id="{7F01923C-DA4F-40EF-8073-7266DD50FD0D}"/>
              </a:ext>
            </a:extLst>
          </p:cNvPr>
          <p:cNvCxnSpPr>
            <a:cxnSpLocks/>
          </p:cNvCxnSpPr>
          <p:nvPr/>
        </p:nvCxnSpPr>
        <p:spPr bwMode="auto">
          <a:xfrm>
            <a:off x="2850395" y="2395910"/>
            <a:ext cx="65079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8" name="Connettore 1 54">
            <a:extLst>
              <a:ext uri="{FF2B5EF4-FFF2-40B4-BE49-F238E27FC236}">
                <a16:creationId xmlns:a16="http://schemas.microsoft.com/office/drawing/2014/main" id="{46923E26-113F-46D1-856B-76CE31E10142}"/>
              </a:ext>
            </a:extLst>
          </p:cNvPr>
          <p:cNvCxnSpPr>
            <a:cxnSpLocks/>
          </p:cNvCxnSpPr>
          <p:nvPr/>
        </p:nvCxnSpPr>
        <p:spPr bwMode="auto">
          <a:xfrm>
            <a:off x="891824" y="3212403"/>
            <a:ext cx="132604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9" name="Connettore 1 56">
            <a:extLst>
              <a:ext uri="{FF2B5EF4-FFF2-40B4-BE49-F238E27FC236}">
                <a16:creationId xmlns:a16="http://schemas.microsoft.com/office/drawing/2014/main" id="{3BCBA380-0C64-48C4-9175-60CECCEF9FA1}"/>
              </a:ext>
            </a:extLst>
          </p:cNvPr>
          <p:cNvCxnSpPr>
            <a:cxnSpLocks/>
          </p:cNvCxnSpPr>
          <p:nvPr/>
        </p:nvCxnSpPr>
        <p:spPr bwMode="auto">
          <a:xfrm flipV="1">
            <a:off x="2216440" y="2923053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0" name="Connettore 1 57">
            <a:extLst>
              <a:ext uri="{FF2B5EF4-FFF2-40B4-BE49-F238E27FC236}">
                <a16:creationId xmlns:a16="http://schemas.microsoft.com/office/drawing/2014/main" id="{E453C08E-14BE-4522-A005-BB5EAA4B5DC1}"/>
              </a:ext>
            </a:extLst>
          </p:cNvPr>
          <p:cNvCxnSpPr>
            <a:cxnSpLocks/>
          </p:cNvCxnSpPr>
          <p:nvPr/>
        </p:nvCxnSpPr>
        <p:spPr bwMode="auto">
          <a:xfrm>
            <a:off x="2202355" y="2923053"/>
            <a:ext cx="132821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1" name="Connettore 1 21">
            <a:extLst>
              <a:ext uri="{FF2B5EF4-FFF2-40B4-BE49-F238E27FC236}">
                <a16:creationId xmlns:a16="http://schemas.microsoft.com/office/drawing/2014/main" id="{F873CE13-0968-40B4-A36A-A264AC5EFC56}"/>
              </a:ext>
            </a:extLst>
          </p:cNvPr>
          <p:cNvCxnSpPr/>
          <p:nvPr/>
        </p:nvCxnSpPr>
        <p:spPr bwMode="auto">
          <a:xfrm>
            <a:off x="3533958" y="2161657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2" name="Connettore 1 22">
            <a:extLst>
              <a:ext uri="{FF2B5EF4-FFF2-40B4-BE49-F238E27FC236}">
                <a16:creationId xmlns:a16="http://schemas.microsoft.com/office/drawing/2014/main" id="{A417DEA1-02C0-4984-BC6E-161C90420376}"/>
              </a:ext>
            </a:extLst>
          </p:cNvPr>
          <p:cNvCxnSpPr/>
          <p:nvPr/>
        </p:nvCxnSpPr>
        <p:spPr bwMode="auto">
          <a:xfrm flipV="1">
            <a:off x="3866602" y="1872307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3" name="Connettore 1 24">
            <a:extLst>
              <a:ext uri="{FF2B5EF4-FFF2-40B4-BE49-F238E27FC236}">
                <a16:creationId xmlns:a16="http://schemas.microsoft.com/office/drawing/2014/main" id="{A5BF8173-4575-4D7E-8DEC-D687021C146F}"/>
              </a:ext>
            </a:extLst>
          </p:cNvPr>
          <p:cNvCxnSpPr/>
          <p:nvPr/>
        </p:nvCxnSpPr>
        <p:spPr bwMode="auto">
          <a:xfrm flipV="1">
            <a:off x="4195853" y="1880032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4" name="Connettore 1 25">
            <a:extLst>
              <a:ext uri="{FF2B5EF4-FFF2-40B4-BE49-F238E27FC236}">
                <a16:creationId xmlns:a16="http://schemas.microsoft.com/office/drawing/2014/main" id="{CA119AA6-8DB5-4308-A9E0-98CA66B4C983}"/>
              </a:ext>
            </a:extLst>
          </p:cNvPr>
          <p:cNvCxnSpPr/>
          <p:nvPr/>
        </p:nvCxnSpPr>
        <p:spPr bwMode="auto">
          <a:xfrm>
            <a:off x="3866602" y="1871682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5" name="Connettore 1 26">
            <a:extLst>
              <a:ext uri="{FF2B5EF4-FFF2-40B4-BE49-F238E27FC236}">
                <a16:creationId xmlns:a16="http://schemas.microsoft.com/office/drawing/2014/main" id="{AEA4C94C-7EFF-4E72-B472-7D0FBCD13F66}"/>
              </a:ext>
            </a:extLst>
          </p:cNvPr>
          <p:cNvCxnSpPr/>
          <p:nvPr/>
        </p:nvCxnSpPr>
        <p:spPr bwMode="auto">
          <a:xfrm>
            <a:off x="4184756" y="2168757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6" name="Connettore 1 27">
            <a:extLst>
              <a:ext uri="{FF2B5EF4-FFF2-40B4-BE49-F238E27FC236}">
                <a16:creationId xmlns:a16="http://schemas.microsoft.com/office/drawing/2014/main" id="{17199204-36FB-474D-9166-682B88170B68}"/>
              </a:ext>
            </a:extLst>
          </p:cNvPr>
          <p:cNvCxnSpPr/>
          <p:nvPr/>
        </p:nvCxnSpPr>
        <p:spPr bwMode="auto">
          <a:xfrm flipV="1">
            <a:off x="4517400" y="1879407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7" name="Connettore 1 28">
            <a:extLst>
              <a:ext uri="{FF2B5EF4-FFF2-40B4-BE49-F238E27FC236}">
                <a16:creationId xmlns:a16="http://schemas.microsoft.com/office/drawing/2014/main" id="{DF446DB5-BCD0-4ED9-9874-B50FA7ABE95E}"/>
              </a:ext>
            </a:extLst>
          </p:cNvPr>
          <p:cNvCxnSpPr/>
          <p:nvPr/>
        </p:nvCxnSpPr>
        <p:spPr bwMode="auto">
          <a:xfrm flipV="1">
            <a:off x="4846651" y="1887132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8" name="Connettore 1 29">
            <a:extLst>
              <a:ext uri="{FF2B5EF4-FFF2-40B4-BE49-F238E27FC236}">
                <a16:creationId xmlns:a16="http://schemas.microsoft.com/office/drawing/2014/main" id="{C20F331C-880B-4FAF-AC77-D0845DB54E40}"/>
              </a:ext>
            </a:extLst>
          </p:cNvPr>
          <p:cNvCxnSpPr/>
          <p:nvPr/>
        </p:nvCxnSpPr>
        <p:spPr bwMode="auto">
          <a:xfrm>
            <a:off x="4517400" y="1878782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9" name="Connettore 1 30">
            <a:extLst>
              <a:ext uri="{FF2B5EF4-FFF2-40B4-BE49-F238E27FC236}">
                <a16:creationId xmlns:a16="http://schemas.microsoft.com/office/drawing/2014/main" id="{D0826AB6-4BFE-4058-8BE2-CB6B75E4B0A1}"/>
              </a:ext>
            </a:extLst>
          </p:cNvPr>
          <p:cNvCxnSpPr/>
          <p:nvPr/>
        </p:nvCxnSpPr>
        <p:spPr bwMode="auto">
          <a:xfrm>
            <a:off x="4860006" y="2169382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0" name="Connettore 1 31">
            <a:extLst>
              <a:ext uri="{FF2B5EF4-FFF2-40B4-BE49-F238E27FC236}">
                <a16:creationId xmlns:a16="http://schemas.microsoft.com/office/drawing/2014/main" id="{24FD08E6-B906-4032-B26F-13F69D268455}"/>
              </a:ext>
            </a:extLst>
          </p:cNvPr>
          <p:cNvCxnSpPr/>
          <p:nvPr/>
        </p:nvCxnSpPr>
        <p:spPr bwMode="auto">
          <a:xfrm flipV="1">
            <a:off x="5192650" y="1880032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1" name="Connettore 1 32">
            <a:extLst>
              <a:ext uri="{FF2B5EF4-FFF2-40B4-BE49-F238E27FC236}">
                <a16:creationId xmlns:a16="http://schemas.microsoft.com/office/drawing/2014/main" id="{9C30F63F-5073-47A4-8B5E-75D5E76CCA51}"/>
              </a:ext>
            </a:extLst>
          </p:cNvPr>
          <p:cNvCxnSpPr/>
          <p:nvPr/>
        </p:nvCxnSpPr>
        <p:spPr bwMode="auto">
          <a:xfrm flipV="1">
            <a:off x="5521901" y="1887757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2" name="Connettore 1 33">
            <a:extLst>
              <a:ext uri="{FF2B5EF4-FFF2-40B4-BE49-F238E27FC236}">
                <a16:creationId xmlns:a16="http://schemas.microsoft.com/office/drawing/2014/main" id="{A1ED1423-0603-4899-AB3A-144DB8BFA265}"/>
              </a:ext>
            </a:extLst>
          </p:cNvPr>
          <p:cNvCxnSpPr/>
          <p:nvPr/>
        </p:nvCxnSpPr>
        <p:spPr bwMode="auto">
          <a:xfrm>
            <a:off x="5192650" y="1879407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3" name="Connettore 1 34">
            <a:extLst>
              <a:ext uri="{FF2B5EF4-FFF2-40B4-BE49-F238E27FC236}">
                <a16:creationId xmlns:a16="http://schemas.microsoft.com/office/drawing/2014/main" id="{1652FBFD-8155-4FF9-98A6-092F4F33FF16}"/>
              </a:ext>
            </a:extLst>
          </p:cNvPr>
          <p:cNvCxnSpPr/>
          <p:nvPr/>
        </p:nvCxnSpPr>
        <p:spPr bwMode="auto">
          <a:xfrm>
            <a:off x="5510804" y="2176482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4" name="Connettore 1 35">
            <a:extLst>
              <a:ext uri="{FF2B5EF4-FFF2-40B4-BE49-F238E27FC236}">
                <a16:creationId xmlns:a16="http://schemas.microsoft.com/office/drawing/2014/main" id="{5E0222D2-0D0B-4112-9080-16770954B956}"/>
              </a:ext>
            </a:extLst>
          </p:cNvPr>
          <p:cNvCxnSpPr/>
          <p:nvPr/>
        </p:nvCxnSpPr>
        <p:spPr bwMode="auto">
          <a:xfrm flipV="1">
            <a:off x="5843448" y="1887132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5" name="Connettore 1 36">
            <a:extLst>
              <a:ext uri="{FF2B5EF4-FFF2-40B4-BE49-F238E27FC236}">
                <a16:creationId xmlns:a16="http://schemas.microsoft.com/office/drawing/2014/main" id="{8DCF7EF7-C8CA-415A-B6DE-AA22A74C4439}"/>
              </a:ext>
            </a:extLst>
          </p:cNvPr>
          <p:cNvCxnSpPr/>
          <p:nvPr/>
        </p:nvCxnSpPr>
        <p:spPr bwMode="auto">
          <a:xfrm flipV="1">
            <a:off x="6172699" y="1894857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6" name="Connettore 1 37">
            <a:extLst>
              <a:ext uri="{FF2B5EF4-FFF2-40B4-BE49-F238E27FC236}">
                <a16:creationId xmlns:a16="http://schemas.microsoft.com/office/drawing/2014/main" id="{90684821-0BB9-459D-AB2D-3D26D893CDCF}"/>
              </a:ext>
            </a:extLst>
          </p:cNvPr>
          <p:cNvCxnSpPr/>
          <p:nvPr/>
        </p:nvCxnSpPr>
        <p:spPr bwMode="auto">
          <a:xfrm>
            <a:off x="5843448" y="1886507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7" name="Connettore 1 41">
            <a:extLst>
              <a:ext uri="{FF2B5EF4-FFF2-40B4-BE49-F238E27FC236}">
                <a16:creationId xmlns:a16="http://schemas.microsoft.com/office/drawing/2014/main" id="{F75E55D7-4255-4CFB-8A88-C3BDFFCBF334}"/>
              </a:ext>
            </a:extLst>
          </p:cNvPr>
          <p:cNvCxnSpPr>
            <a:cxnSpLocks/>
          </p:cNvCxnSpPr>
          <p:nvPr/>
        </p:nvCxnSpPr>
        <p:spPr bwMode="auto">
          <a:xfrm>
            <a:off x="3533958" y="2692850"/>
            <a:ext cx="66189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8" name="Connettore 1 42">
            <a:extLst>
              <a:ext uri="{FF2B5EF4-FFF2-40B4-BE49-F238E27FC236}">
                <a16:creationId xmlns:a16="http://schemas.microsoft.com/office/drawing/2014/main" id="{F2334C17-7106-4381-B68E-FCFF904F9D77}"/>
              </a:ext>
            </a:extLst>
          </p:cNvPr>
          <p:cNvCxnSpPr>
            <a:cxnSpLocks/>
          </p:cNvCxnSpPr>
          <p:nvPr/>
        </p:nvCxnSpPr>
        <p:spPr bwMode="auto">
          <a:xfrm flipV="1">
            <a:off x="4195853" y="2403500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9" name="Connettore 1 43">
            <a:extLst>
              <a:ext uri="{FF2B5EF4-FFF2-40B4-BE49-F238E27FC236}">
                <a16:creationId xmlns:a16="http://schemas.microsoft.com/office/drawing/2014/main" id="{E13F2272-8495-4010-A3D7-D0B781AC546A}"/>
              </a:ext>
            </a:extLst>
          </p:cNvPr>
          <p:cNvCxnSpPr>
            <a:cxnSpLocks/>
          </p:cNvCxnSpPr>
          <p:nvPr/>
        </p:nvCxnSpPr>
        <p:spPr bwMode="auto">
          <a:xfrm flipV="1">
            <a:off x="4844489" y="2416686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0" name="Connettore 1 44">
            <a:extLst>
              <a:ext uri="{FF2B5EF4-FFF2-40B4-BE49-F238E27FC236}">
                <a16:creationId xmlns:a16="http://schemas.microsoft.com/office/drawing/2014/main" id="{C22F23FD-65C0-4D4A-A9E9-59CAAA6D7BF2}"/>
              </a:ext>
            </a:extLst>
          </p:cNvPr>
          <p:cNvCxnSpPr>
            <a:cxnSpLocks/>
          </p:cNvCxnSpPr>
          <p:nvPr/>
        </p:nvCxnSpPr>
        <p:spPr bwMode="auto">
          <a:xfrm>
            <a:off x="4195853" y="2402875"/>
            <a:ext cx="65079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1" name="Connettore 1 48">
            <a:extLst>
              <a:ext uri="{FF2B5EF4-FFF2-40B4-BE49-F238E27FC236}">
                <a16:creationId xmlns:a16="http://schemas.microsoft.com/office/drawing/2014/main" id="{3172ADE2-E9B5-4A06-9D38-C2430EC17095}"/>
              </a:ext>
            </a:extLst>
          </p:cNvPr>
          <p:cNvCxnSpPr>
            <a:cxnSpLocks/>
          </p:cNvCxnSpPr>
          <p:nvPr/>
        </p:nvCxnSpPr>
        <p:spPr bwMode="auto">
          <a:xfrm>
            <a:off x="4830634" y="2719891"/>
            <a:ext cx="66189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2" name="Connettore 1 49">
            <a:extLst>
              <a:ext uri="{FF2B5EF4-FFF2-40B4-BE49-F238E27FC236}">
                <a16:creationId xmlns:a16="http://schemas.microsoft.com/office/drawing/2014/main" id="{77664AD6-555D-4AF9-A012-F5416345C47E}"/>
              </a:ext>
            </a:extLst>
          </p:cNvPr>
          <p:cNvCxnSpPr>
            <a:cxnSpLocks/>
          </p:cNvCxnSpPr>
          <p:nvPr/>
        </p:nvCxnSpPr>
        <p:spPr bwMode="auto">
          <a:xfrm flipV="1">
            <a:off x="5492529" y="2417311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3" name="Connettore 1 50">
            <a:extLst>
              <a:ext uri="{FF2B5EF4-FFF2-40B4-BE49-F238E27FC236}">
                <a16:creationId xmlns:a16="http://schemas.microsoft.com/office/drawing/2014/main" id="{D2E4DEFB-DA2B-42C1-A23F-33ADF199F506}"/>
              </a:ext>
            </a:extLst>
          </p:cNvPr>
          <p:cNvCxnSpPr>
            <a:cxnSpLocks/>
          </p:cNvCxnSpPr>
          <p:nvPr/>
        </p:nvCxnSpPr>
        <p:spPr bwMode="auto">
          <a:xfrm>
            <a:off x="5492529" y="2416686"/>
            <a:ext cx="65079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4" name="Connettore 1 54">
            <a:extLst>
              <a:ext uri="{FF2B5EF4-FFF2-40B4-BE49-F238E27FC236}">
                <a16:creationId xmlns:a16="http://schemas.microsoft.com/office/drawing/2014/main" id="{6212D957-B26A-4B46-A27C-63A4F462F800}"/>
              </a:ext>
            </a:extLst>
          </p:cNvPr>
          <p:cNvCxnSpPr>
            <a:cxnSpLocks/>
          </p:cNvCxnSpPr>
          <p:nvPr/>
        </p:nvCxnSpPr>
        <p:spPr bwMode="auto">
          <a:xfrm>
            <a:off x="3533958" y="3233179"/>
            <a:ext cx="132604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5" name="Connettore 1 56">
            <a:extLst>
              <a:ext uri="{FF2B5EF4-FFF2-40B4-BE49-F238E27FC236}">
                <a16:creationId xmlns:a16="http://schemas.microsoft.com/office/drawing/2014/main" id="{DD4C742E-8915-42FF-A8C5-D4CEBD4657C3}"/>
              </a:ext>
            </a:extLst>
          </p:cNvPr>
          <p:cNvCxnSpPr>
            <a:cxnSpLocks/>
          </p:cNvCxnSpPr>
          <p:nvPr/>
        </p:nvCxnSpPr>
        <p:spPr bwMode="auto">
          <a:xfrm flipV="1">
            <a:off x="4858574" y="2943829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6" name="Connettore 1 57">
            <a:extLst>
              <a:ext uri="{FF2B5EF4-FFF2-40B4-BE49-F238E27FC236}">
                <a16:creationId xmlns:a16="http://schemas.microsoft.com/office/drawing/2014/main" id="{888D3E1E-FA70-41F7-9B3C-B2C8B5BAACF6}"/>
              </a:ext>
            </a:extLst>
          </p:cNvPr>
          <p:cNvCxnSpPr>
            <a:cxnSpLocks/>
          </p:cNvCxnSpPr>
          <p:nvPr/>
        </p:nvCxnSpPr>
        <p:spPr bwMode="auto">
          <a:xfrm>
            <a:off x="4844489" y="2943829"/>
            <a:ext cx="132821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7" name="Connettore 1 36">
            <a:extLst>
              <a:ext uri="{FF2B5EF4-FFF2-40B4-BE49-F238E27FC236}">
                <a16:creationId xmlns:a16="http://schemas.microsoft.com/office/drawing/2014/main" id="{DFF3A816-7D49-4832-A823-6F361DA7AA28}"/>
              </a:ext>
            </a:extLst>
          </p:cNvPr>
          <p:cNvCxnSpPr/>
          <p:nvPr/>
        </p:nvCxnSpPr>
        <p:spPr bwMode="auto">
          <a:xfrm flipV="1">
            <a:off x="3512143" y="2403500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8" name="Connettore 1 36">
            <a:extLst>
              <a:ext uri="{FF2B5EF4-FFF2-40B4-BE49-F238E27FC236}">
                <a16:creationId xmlns:a16="http://schemas.microsoft.com/office/drawing/2014/main" id="{17B245ED-B6F6-4C98-A4C9-48F678C86B59}"/>
              </a:ext>
            </a:extLst>
          </p:cNvPr>
          <p:cNvCxnSpPr/>
          <p:nvPr/>
        </p:nvCxnSpPr>
        <p:spPr bwMode="auto">
          <a:xfrm flipV="1">
            <a:off x="3544908" y="2923053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9EB4A2FD-69D9-44D8-9A21-1516E637D138}"/>
              </a:ext>
            </a:extLst>
          </p:cNvPr>
          <p:cNvSpPr txBox="1"/>
          <p:nvPr/>
        </p:nvSpPr>
        <p:spPr>
          <a:xfrm>
            <a:off x="6218813" y="1839604"/>
            <a:ext cx="104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+mj-lt"/>
              </a:rPr>
              <a:t>bit 0 </a:t>
            </a:r>
            <a:r>
              <a:rPr lang="it-IT" sz="2000" baseline="-25000" dirty="0" err="1">
                <a:latin typeface="+mj-lt"/>
              </a:rPr>
              <a:t>LSb</a:t>
            </a:r>
            <a:endParaRPr lang="it-IT" sz="2000" dirty="0">
              <a:latin typeface="+mj-lt"/>
            </a:endParaRP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8A4FDA2B-2329-4A2A-8C4A-58E097E277AD}"/>
              </a:ext>
            </a:extLst>
          </p:cNvPr>
          <p:cNvSpPr txBox="1"/>
          <p:nvPr/>
        </p:nvSpPr>
        <p:spPr>
          <a:xfrm>
            <a:off x="6221553" y="2340530"/>
            <a:ext cx="668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+mj-lt"/>
              </a:rPr>
              <a:t>bit 1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36E476A0-11C8-4EE4-AFA0-DA20EB85F38C}"/>
              </a:ext>
            </a:extLst>
          </p:cNvPr>
          <p:cNvSpPr txBox="1"/>
          <p:nvPr/>
        </p:nvSpPr>
        <p:spPr>
          <a:xfrm>
            <a:off x="6221553" y="2851515"/>
            <a:ext cx="10903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+mj-lt"/>
              </a:rPr>
              <a:t>bit 2 </a:t>
            </a:r>
            <a:r>
              <a:rPr lang="it-IT" sz="2000" baseline="-25000" dirty="0" err="1">
                <a:latin typeface="+mj-lt"/>
              </a:rPr>
              <a:t>MSb</a:t>
            </a:r>
            <a:endParaRPr lang="it-IT" sz="2000" dirty="0">
              <a:latin typeface="+mj-lt"/>
            </a:endParaRP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C879792D-7A2E-44F5-B2B0-6B0EB68E0314}"/>
              </a:ext>
            </a:extLst>
          </p:cNvPr>
          <p:cNvSpPr txBox="1"/>
          <p:nvPr/>
        </p:nvSpPr>
        <p:spPr>
          <a:xfrm>
            <a:off x="7256391" y="2091626"/>
            <a:ext cx="9957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1" i="1" dirty="0">
                <a:latin typeface="+mj-lt"/>
              </a:rPr>
              <a:t>Onde</a:t>
            </a:r>
          </a:p>
          <a:p>
            <a:pPr algn="ctr"/>
            <a:r>
              <a:rPr lang="it-IT" sz="2000" b="1" i="1" dirty="0">
                <a:latin typeface="+mj-lt"/>
              </a:rPr>
              <a:t>in fase</a:t>
            </a: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03DCFD81-B484-4A95-B796-D25D84C178E9}"/>
              </a:ext>
            </a:extLst>
          </p:cNvPr>
          <p:cNvSpPr txBox="1"/>
          <p:nvPr/>
        </p:nvSpPr>
        <p:spPr>
          <a:xfrm>
            <a:off x="808157" y="1417258"/>
            <a:ext cx="6249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+mj-lt"/>
              </a:rPr>
              <a:t> 0   1   2  3   4   5  6   7  0   1   2  3   4   5  …</a:t>
            </a:r>
          </a:p>
        </p:txBody>
      </p:sp>
      <p:cxnSp>
        <p:nvCxnSpPr>
          <p:cNvPr id="68" name="Connettore 1 26">
            <a:extLst>
              <a:ext uri="{FF2B5EF4-FFF2-40B4-BE49-F238E27FC236}">
                <a16:creationId xmlns:a16="http://schemas.microsoft.com/office/drawing/2014/main" id="{E68543EA-8173-4BE6-947D-18E76AE36C35}"/>
              </a:ext>
            </a:extLst>
          </p:cNvPr>
          <p:cNvCxnSpPr/>
          <p:nvPr/>
        </p:nvCxnSpPr>
        <p:spPr bwMode="auto">
          <a:xfrm>
            <a:off x="1542622" y="4481994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9" name="Connettore 1 27">
            <a:extLst>
              <a:ext uri="{FF2B5EF4-FFF2-40B4-BE49-F238E27FC236}">
                <a16:creationId xmlns:a16="http://schemas.microsoft.com/office/drawing/2014/main" id="{6C016060-DBF0-46CD-885B-672A5199371D}"/>
              </a:ext>
            </a:extLst>
          </p:cNvPr>
          <p:cNvCxnSpPr/>
          <p:nvPr/>
        </p:nvCxnSpPr>
        <p:spPr bwMode="auto">
          <a:xfrm flipV="1">
            <a:off x="1875266" y="4192644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0" name="Connettore 1 28">
            <a:extLst>
              <a:ext uri="{FF2B5EF4-FFF2-40B4-BE49-F238E27FC236}">
                <a16:creationId xmlns:a16="http://schemas.microsoft.com/office/drawing/2014/main" id="{4879F3CF-F706-46DF-9C41-C0674B896B30}"/>
              </a:ext>
            </a:extLst>
          </p:cNvPr>
          <p:cNvCxnSpPr/>
          <p:nvPr/>
        </p:nvCxnSpPr>
        <p:spPr bwMode="auto">
          <a:xfrm flipV="1">
            <a:off x="2204517" y="4200369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1" name="Connettore 1 29">
            <a:extLst>
              <a:ext uri="{FF2B5EF4-FFF2-40B4-BE49-F238E27FC236}">
                <a16:creationId xmlns:a16="http://schemas.microsoft.com/office/drawing/2014/main" id="{D85B4012-E75C-482F-B05C-E1BBE1197DF4}"/>
              </a:ext>
            </a:extLst>
          </p:cNvPr>
          <p:cNvCxnSpPr/>
          <p:nvPr/>
        </p:nvCxnSpPr>
        <p:spPr bwMode="auto">
          <a:xfrm>
            <a:off x="1875266" y="4192019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2" name="Connettore 1 30">
            <a:extLst>
              <a:ext uri="{FF2B5EF4-FFF2-40B4-BE49-F238E27FC236}">
                <a16:creationId xmlns:a16="http://schemas.microsoft.com/office/drawing/2014/main" id="{2ED3BDCA-AF36-40B5-AF45-0A9C377FDACD}"/>
              </a:ext>
            </a:extLst>
          </p:cNvPr>
          <p:cNvCxnSpPr/>
          <p:nvPr/>
        </p:nvCxnSpPr>
        <p:spPr bwMode="auto">
          <a:xfrm>
            <a:off x="2217872" y="4482619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3" name="Connettore 1 31">
            <a:extLst>
              <a:ext uri="{FF2B5EF4-FFF2-40B4-BE49-F238E27FC236}">
                <a16:creationId xmlns:a16="http://schemas.microsoft.com/office/drawing/2014/main" id="{C7D9AF9E-8F96-47AE-9C64-3506F81DE819}"/>
              </a:ext>
            </a:extLst>
          </p:cNvPr>
          <p:cNvCxnSpPr/>
          <p:nvPr/>
        </p:nvCxnSpPr>
        <p:spPr bwMode="auto">
          <a:xfrm flipV="1">
            <a:off x="2550516" y="4193269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4" name="Connettore 1 32">
            <a:extLst>
              <a:ext uri="{FF2B5EF4-FFF2-40B4-BE49-F238E27FC236}">
                <a16:creationId xmlns:a16="http://schemas.microsoft.com/office/drawing/2014/main" id="{98972F9B-774F-474E-A6FF-DA0B0C2D61A3}"/>
              </a:ext>
            </a:extLst>
          </p:cNvPr>
          <p:cNvCxnSpPr/>
          <p:nvPr/>
        </p:nvCxnSpPr>
        <p:spPr bwMode="auto">
          <a:xfrm flipV="1">
            <a:off x="2879767" y="4200994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5" name="Connettore 1 33">
            <a:extLst>
              <a:ext uri="{FF2B5EF4-FFF2-40B4-BE49-F238E27FC236}">
                <a16:creationId xmlns:a16="http://schemas.microsoft.com/office/drawing/2014/main" id="{55A517EB-DAB4-4358-A76D-F8DD602612A2}"/>
              </a:ext>
            </a:extLst>
          </p:cNvPr>
          <p:cNvCxnSpPr/>
          <p:nvPr/>
        </p:nvCxnSpPr>
        <p:spPr bwMode="auto">
          <a:xfrm>
            <a:off x="2550516" y="4192644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6" name="Connettore 1 34">
            <a:extLst>
              <a:ext uri="{FF2B5EF4-FFF2-40B4-BE49-F238E27FC236}">
                <a16:creationId xmlns:a16="http://schemas.microsoft.com/office/drawing/2014/main" id="{AA486F6E-EDAD-4A76-9F02-2BEF30BA8092}"/>
              </a:ext>
            </a:extLst>
          </p:cNvPr>
          <p:cNvCxnSpPr/>
          <p:nvPr/>
        </p:nvCxnSpPr>
        <p:spPr bwMode="auto">
          <a:xfrm>
            <a:off x="2868670" y="4489719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7" name="Connettore 1 35">
            <a:extLst>
              <a:ext uri="{FF2B5EF4-FFF2-40B4-BE49-F238E27FC236}">
                <a16:creationId xmlns:a16="http://schemas.microsoft.com/office/drawing/2014/main" id="{D186AFC4-1312-4D20-8A1D-F34C66F781DB}"/>
              </a:ext>
            </a:extLst>
          </p:cNvPr>
          <p:cNvCxnSpPr/>
          <p:nvPr/>
        </p:nvCxnSpPr>
        <p:spPr bwMode="auto">
          <a:xfrm flipV="1">
            <a:off x="3201314" y="4200369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8" name="Connettore 1 36">
            <a:extLst>
              <a:ext uri="{FF2B5EF4-FFF2-40B4-BE49-F238E27FC236}">
                <a16:creationId xmlns:a16="http://schemas.microsoft.com/office/drawing/2014/main" id="{BE89AD01-AFCC-41B6-AD49-AB3B21C9DAB3}"/>
              </a:ext>
            </a:extLst>
          </p:cNvPr>
          <p:cNvCxnSpPr/>
          <p:nvPr/>
        </p:nvCxnSpPr>
        <p:spPr bwMode="auto">
          <a:xfrm flipV="1">
            <a:off x="3530565" y="4208094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9" name="Connettore 1 37">
            <a:extLst>
              <a:ext uri="{FF2B5EF4-FFF2-40B4-BE49-F238E27FC236}">
                <a16:creationId xmlns:a16="http://schemas.microsoft.com/office/drawing/2014/main" id="{D60AAE6C-7246-4B73-A3D3-18FA923E9ACC}"/>
              </a:ext>
            </a:extLst>
          </p:cNvPr>
          <p:cNvCxnSpPr/>
          <p:nvPr/>
        </p:nvCxnSpPr>
        <p:spPr bwMode="auto">
          <a:xfrm>
            <a:off x="3201314" y="4199744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80" name="Connettore 1 41">
            <a:extLst>
              <a:ext uri="{FF2B5EF4-FFF2-40B4-BE49-F238E27FC236}">
                <a16:creationId xmlns:a16="http://schemas.microsoft.com/office/drawing/2014/main" id="{CE376994-393B-46E8-86A4-2B6DF2C6E509}"/>
              </a:ext>
            </a:extLst>
          </p:cNvPr>
          <p:cNvCxnSpPr>
            <a:cxnSpLocks/>
          </p:cNvCxnSpPr>
          <p:nvPr/>
        </p:nvCxnSpPr>
        <p:spPr bwMode="auto">
          <a:xfrm>
            <a:off x="1253207" y="5006087"/>
            <a:ext cx="66189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81" name="Connettore 1 42">
            <a:extLst>
              <a:ext uri="{FF2B5EF4-FFF2-40B4-BE49-F238E27FC236}">
                <a16:creationId xmlns:a16="http://schemas.microsoft.com/office/drawing/2014/main" id="{8D8C999A-D6C0-41E0-8FE3-1B0B3FEEA3EA}"/>
              </a:ext>
            </a:extLst>
          </p:cNvPr>
          <p:cNvCxnSpPr>
            <a:cxnSpLocks/>
          </p:cNvCxnSpPr>
          <p:nvPr/>
        </p:nvCxnSpPr>
        <p:spPr bwMode="auto">
          <a:xfrm flipV="1">
            <a:off x="1915102" y="4716737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82" name="Connettore 1 43">
            <a:extLst>
              <a:ext uri="{FF2B5EF4-FFF2-40B4-BE49-F238E27FC236}">
                <a16:creationId xmlns:a16="http://schemas.microsoft.com/office/drawing/2014/main" id="{7681B4C4-3E5F-4E4C-BFD7-D55C99C7743A}"/>
              </a:ext>
            </a:extLst>
          </p:cNvPr>
          <p:cNvCxnSpPr>
            <a:cxnSpLocks/>
          </p:cNvCxnSpPr>
          <p:nvPr/>
        </p:nvCxnSpPr>
        <p:spPr bwMode="auto">
          <a:xfrm flipV="1">
            <a:off x="2563738" y="4729923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83" name="Connettore 1 44">
            <a:extLst>
              <a:ext uri="{FF2B5EF4-FFF2-40B4-BE49-F238E27FC236}">
                <a16:creationId xmlns:a16="http://schemas.microsoft.com/office/drawing/2014/main" id="{F68C6A93-C633-4E42-A705-0B5C6CBFFAAB}"/>
              </a:ext>
            </a:extLst>
          </p:cNvPr>
          <p:cNvCxnSpPr>
            <a:cxnSpLocks/>
          </p:cNvCxnSpPr>
          <p:nvPr/>
        </p:nvCxnSpPr>
        <p:spPr bwMode="auto">
          <a:xfrm>
            <a:off x="1915102" y="4716112"/>
            <a:ext cx="65079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84" name="Connettore 1 48">
            <a:extLst>
              <a:ext uri="{FF2B5EF4-FFF2-40B4-BE49-F238E27FC236}">
                <a16:creationId xmlns:a16="http://schemas.microsoft.com/office/drawing/2014/main" id="{92353F2F-11A5-4EC0-901B-B8D27F409ABF}"/>
              </a:ext>
            </a:extLst>
          </p:cNvPr>
          <p:cNvCxnSpPr>
            <a:cxnSpLocks/>
          </p:cNvCxnSpPr>
          <p:nvPr/>
        </p:nvCxnSpPr>
        <p:spPr bwMode="auto">
          <a:xfrm>
            <a:off x="2549883" y="5033128"/>
            <a:ext cx="66189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85" name="Connettore 1 49">
            <a:extLst>
              <a:ext uri="{FF2B5EF4-FFF2-40B4-BE49-F238E27FC236}">
                <a16:creationId xmlns:a16="http://schemas.microsoft.com/office/drawing/2014/main" id="{FE0DA745-0A6C-4088-8225-3016C4531056}"/>
              </a:ext>
            </a:extLst>
          </p:cNvPr>
          <p:cNvCxnSpPr>
            <a:cxnSpLocks/>
          </p:cNvCxnSpPr>
          <p:nvPr/>
        </p:nvCxnSpPr>
        <p:spPr bwMode="auto">
          <a:xfrm flipV="1">
            <a:off x="3211778" y="4730548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86" name="Connettore 1 50">
            <a:extLst>
              <a:ext uri="{FF2B5EF4-FFF2-40B4-BE49-F238E27FC236}">
                <a16:creationId xmlns:a16="http://schemas.microsoft.com/office/drawing/2014/main" id="{C4E9E815-EBC6-4712-9487-41A7AA1284B7}"/>
              </a:ext>
            </a:extLst>
          </p:cNvPr>
          <p:cNvCxnSpPr>
            <a:cxnSpLocks/>
          </p:cNvCxnSpPr>
          <p:nvPr/>
        </p:nvCxnSpPr>
        <p:spPr bwMode="auto">
          <a:xfrm>
            <a:off x="3211778" y="4729923"/>
            <a:ext cx="65079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87" name="Connettore 1 54">
            <a:extLst>
              <a:ext uri="{FF2B5EF4-FFF2-40B4-BE49-F238E27FC236}">
                <a16:creationId xmlns:a16="http://schemas.microsoft.com/office/drawing/2014/main" id="{AB636FE7-9016-4DD5-9077-9071A9A6E3DA}"/>
              </a:ext>
            </a:extLst>
          </p:cNvPr>
          <p:cNvCxnSpPr>
            <a:cxnSpLocks/>
          </p:cNvCxnSpPr>
          <p:nvPr/>
        </p:nvCxnSpPr>
        <p:spPr bwMode="auto">
          <a:xfrm>
            <a:off x="891824" y="5546416"/>
            <a:ext cx="132604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88" name="Connettore 1 56">
            <a:extLst>
              <a:ext uri="{FF2B5EF4-FFF2-40B4-BE49-F238E27FC236}">
                <a16:creationId xmlns:a16="http://schemas.microsoft.com/office/drawing/2014/main" id="{C4FA2250-5D91-45D2-857C-B484F7E0F7B5}"/>
              </a:ext>
            </a:extLst>
          </p:cNvPr>
          <p:cNvCxnSpPr>
            <a:cxnSpLocks/>
          </p:cNvCxnSpPr>
          <p:nvPr/>
        </p:nvCxnSpPr>
        <p:spPr bwMode="auto">
          <a:xfrm flipV="1">
            <a:off x="2216440" y="5257066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89" name="Connettore 1 57">
            <a:extLst>
              <a:ext uri="{FF2B5EF4-FFF2-40B4-BE49-F238E27FC236}">
                <a16:creationId xmlns:a16="http://schemas.microsoft.com/office/drawing/2014/main" id="{10FB52CA-1875-4F46-AC8F-4AE573F91BEA}"/>
              </a:ext>
            </a:extLst>
          </p:cNvPr>
          <p:cNvCxnSpPr>
            <a:cxnSpLocks/>
          </p:cNvCxnSpPr>
          <p:nvPr/>
        </p:nvCxnSpPr>
        <p:spPr bwMode="auto">
          <a:xfrm>
            <a:off x="2202355" y="5257066"/>
            <a:ext cx="132821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90" name="Connettore 1 21">
            <a:extLst>
              <a:ext uri="{FF2B5EF4-FFF2-40B4-BE49-F238E27FC236}">
                <a16:creationId xmlns:a16="http://schemas.microsoft.com/office/drawing/2014/main" id="{9B9A96BC-64C9-4EC7-96D2-EF6EF2C3344C}"/>
              </a:ext>
            </a:extLst>
          </p:cNvPr>
          <p:cNvCxnSpPr/>
          <p:nvPr/>
        </p:nvCxnSpPr>
        <p:spPr bwMode="auto">
          <a:xfrm>
            <a:off x="3533958" y="4495670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91" name="Connettore 1 22">
            <a:extLst>
              <a:ext uri="{FF2B5EF4-FFF2-40B4-BE49-F238E27FC236}">
                <a16:creationId xmlns:a16="http://schemas.microsoft.com/office/drawing/2014/main" id="{F0CEE737-05A4-4D39-A0E6-913A4A686EB8}"/>
              </a:ext>
            </a:extLst>
          </p:cNvPr>
          <p:cNvCxnSpPr/>
          <p:nvPr/>
        </p:nvCxnSpPr>
        <p:spPr bwMode="auto">
          <a:xfrm flipV="1">
            <a:off x="3866602" y="4206320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92" name="Connettore 1 24">
            <a:extLst>
              <a:ext uri="{FF2B5EF4-FFF2-40B4-BE49-F238E27FC236}">
                <a16:creationId xmlns:a16="http://schemas.microsoft.com/office/drawing/2014/main" id="{936B58F2-4A0D-40F9-B177-5568E94B101D}"/>
              </a:ext>
            </a:extLst>
          </p:cNvPr>
          <p:cNvCxnSpPr/>
          <p:nvPr/>
        </p:nvCxnSpPr>
        <p:spPr bwMode="auto">
          <a:xfrm flipV="1">
            <a:off x="4195853" y="4214045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93" name="Connettore 1 25">
            <a:extLst>
              <a:ext uri="{FF2B5EF4-FFF2-40B4-BE49-F238E27FC236}">
                <a16:creationId xmlns:a16="http://schemas.microsoft.com/office/drawing/2014/main" id="{5977FE80-3485-4371-A2BE-6E358546E1DC}"/>
              </a:ext>
            </a:extLst>
          </p:cNvPr>
          <p:cNvCxnSpPr/>
          <p:nvPr/>
        </p:nvCxnSpPr>
        <p:spPr bwMode="auto">
          <a:xfrm>
            <a:off x="3866602" y="4205695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94" name="Connettore 1 26">
            <a:extLst>
              <a:ext uri="{FF2B5EF4-FFF2-40B4-BE49-F238E27FC236}">
                <a16:creationId xmlns:a16="http://schemas.microsoft.com/office/drawing/2014/main" id="{BD295C17-87F2-4D15-BC98-B9DEFA223AA8}"/>
              </a:ext>
            </a:extLst>
          </p:cNvPr>
          <p:cNvCxnSpPr/>
          <p:nvPr/>
        </p:nvCxnSpPr>
        <p:spPr bwMode="auto">
          <a:xfrm>
            <a:off x="4184756" y="4502770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95" name="Connettore 1 27">
            <a:extLst>
              <a:ext uri="{FF2B5EF4-FFF2-40B4-BE49-F238E27FC236}">
                <a16:creationId xmlns:a16="http://schemas.microsoft.com/office/drawing/2014/main" id="{1E687893-DC38-4853-BCC7-182C98B3C378}"/>
              </a:ext>
            </a:extLst>
          </p:cNvPr>
          <p:cNvCxnSpPr/>
          <p:nvPr/>
        </p:nvCxnSpPr>
        <p:spPr bwMode="auto">
          <a:xfrm flipV="1">
            <a:off x="4517400" y="4213420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96" name="Connettore 1 28">
            <a:extLst>
              <a:ext uri="{FF2B5EF4-FFF2-40B4-BE49-F238E27FC236}">
                <a16:creationId xmlns:a16="http://schemas.microsoft.com/office/drawing/2014/main" id="{9FE85F3C-8789-42C3-9E11-DE6EF38F6076}"/>
              </a:ext>
            </a:extLst>
          </p:cNvPr>
          <p:cNvCxnSpPr/>
          <p:nvPr/>
        </p:nvCxnSpPr>
        <p:spPr bwMode="auto">
          <a:xfrm flipV="1">
            <a:off x="4846651" y="4221145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97" name="Connettore 1 29">
            <a:extLst>
              <a:ext uri="{FF2B5EF4-FFF2-40B4-BE49-F238E27FC236}">
                <a16:creationId xmlns:a16="http://schemas.microsoft.com/office/drawing/2014/main" id="{B2887D6C-4544-4053-9DC0-D03CF790C99B}"/>
              </a:ext>
            </a:extLst>
          </p:cNvPr>
          <p:cNvCxnSpPr/>
          <p:nvPr/>
        </p:nvCxnSpPr>
        <p:spPr bwMode="auto">
          <a:xfrm>
            <a:off x="4517400" y="4212795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98" name="Connettore 1 30">
            <a:extLst>
              <a:ext uri="{FF2B5EF4-FFF2-40B4-BE49-F238E27FC236}">
                <a16:creationId xmlns:a16="http://schemas.microsoft.com/office/drawing/2014/main" id="{B6E3D145-E0D9-4E6C-93EE-9065BD34754C}"/>
              </a:ext>
            </a:extLst>
          </p:cNvPr>
          <p:cNvCxnSpPr/>
          <p:nvPr/>
        </p:nvCxnSpPr>
        <p:spPr bwMode="auto">
          <a:xfrm>
            <a:off x="4860006" y="4503395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99" name="Connettore 1 31">
            <a:extLst>
              <a:ext uri="{FF2B5EF4-FFF2-40B4-BE49-F238E27FC236}">
                <a16:creationId xmlns:a16="http://schemas.microsoft.com/office/drawing/2014/main" id="{FDF7AB58-2323-4C08-A84F-C4C1FB0E4709}"/>
              </a:ext>
            </a:extLst>
          </p:cNvPr>
          <p:cNvCxnSpPr/>
          <p:nvPr/>
        </p:nvCxnSpPr>
        <p:spPr bwMode="auto">
          <a:xfrm flipV="1">
            <a:off x="5192650" y="4214045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0" name="Connettore 1 32">
            <a:extLst>
              <a:ext uri="{FF2B5EF4-FFF2-40B4-BE49-F238E27FC236}">
                <a16:creationId xmlns:a16="http://schemas.microsoft.com/office/drawing/2014/main" id="{CD0B0E37-D7A4-4209-9977-52C9A88ADA01}"/>
              </a:ext>
            </a:extLst>
          </p:cNvPr>
          <p:cNvCxnSpPr/>
          <p:nvPr/>
        </p:nvCxnSpPr>
        <p:spPr bwMode="auto">
          <a:xfrm flipV="1">
            <a:off x="5521901" y="4221770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1" name="Connettore 1 33">
            <a:extLst>
              <a:ext uri="{FF2B5EF4-FFF2-40B4-BE49-F238E27FC236}">
                <a16:creationId xmlns:a16="http://schemas.microsoft.com/office/drawing/2014/main" id="{22C593BF-3F52-4076-B92F-DFF6DF85458A}"/>
              </a:ext>
            </a:extLst>
          </p:cNvPr>
          <p:cNvCxnSpPr/>
          <p:nvPr/>
        </p:nvCxnSpPr>
        <p:spPr bwMode="auto">
          <a:xfrm>
            <a:off x="5192650" y="4213420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2" name="Connettore 1 34">
            <a:extLst>
              <a:ext uri="{FF2B5EF4-FFF2-40B4-BE49-F238E27FC236}">
                <a16:creationId xmlns:a16="http://schemas.microsoft.com/office/drawing/2014/main" id="{99ABBE39-C138-4C71-AADA-BB26BAFF268C}"/>
              </a:ext>
            </a:extLst>
          </p:cNvPr>
          <p:cNvCxnSpPr/>
          <p:nvPr/>
        </p:nvCxnSpPr>
        <p:spPr bwMode="auto">
          <a:xfrm>
            <a:off x="5510804" y="4510495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3" name="Connettore 1 35">
            <a:extLst>
              <a:ext uri="{FF2B5EF4-FFF2-40B4-BE49-F238E27FC236}">
                <a16:creationId xmlns:a16="http://schemas.microsoft.com/office/drawing/2014/main" id="{4E87A879-CDFA-482C-9EDB-19C4FC757DF2}"/>
              </a:ext>
            </a:extLst>
          </p:cNvPr>
          <p:cNvCxnSpPr/>
          <p:nvPr/>
        </p:nvCxnSpPr>
        <p:spPr bwMode="auto">
          <a:xfrm flipV="1">
            <a:off x="5843448" y="4221145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4" name="Connettore 1 36">
            <a:extLst>
              <a:ext uri="{FF2B5EF4-FFF2-40B4-BE49-F238E27FC236}">
                <a16:creationId xmlns:a16="http://schemas.microsoft.com/office/drawing/2014/main" id="{B0625209-30D5-46E7-83A0-9E905C090A8A}"/>
              </a:ext>
            </a:extLst>
          </p:cNvPr>
          <p:cNvCxnSpPr/>
          <p:nvPr/>
        </p:nvCxnSpPr>
        <p:spPr bwMode="auto">
          <a:xfrm flipV="1">
            <a:off x="6172699" y="4228870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5" name="Connettore 1 37">
            <a:extLst>
              <a:ext uri="{FF2B5EF4-FFF2-40B4-BE49-F238E27FC236}">
                <a16:creationId xmlns:a16="http://schemas.microsoft.com/office/drawing/2014/main" id="{E214253D-316C-4C7A-B27F-D00134D5FEFD}"/>
              </a:ext>
            </a:extLst>
          </p:cNvPr>
          <p:cNvCxnSpPr/>
          <p:nvPr/>
        </p:nvCxnSpPr>
        <p:spPr bwMode="auto">
          <a:xfrm>
            <a:off x="5843448" y="4220520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6" name="Connettore 1 41">
            <a:extLst>
              <a:ext uri="{FF2B5EF4-FFF2-40B4-BE49-F238E27FC236}">
                <a16:creationId xmlns:a16="http://schemas.microsoft.com/office/drawing/2014/main" id="{9E4DE21C-C5F5-479C-9B75-F776D3E00545}"/>
              </a:ext>
            </a:extLst>
          </p:cNvPr>
          <p:cNvCxnSpPr>
            <a:cxnSpLocks/>
          </p:cNvCxnSpPr>
          <p:nvPr/>
        </p:nvCxnSpPr>
        <p:spPr bwMode="auto">
          <a:xfrm>
            <a:off x="3895341" y="5026863"/>
            <a:ext cx="66189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7" name="Connettore 1 42">
            <a:extLst>
              <a:ext uri="{FF2B5EF4-FFF2-40B4-BE49-F238E27FC236}">
                <a16:creationId xmlns:a16="http://schemas.microsoft.com/office/drawing/2014/main" id="{13BA480E-CEB3-4369-BB42-4472D748F80A}"/>
              </a:ext>
            </a:extLst>
          </p:cNvPr>
          <p:cNvCxnSpPr>
            <a:cxnSpLocks/>
          </p:cNvCxnSpPr>
          <p:nvPr/>
        </p:nvCxnSpPr>
        <p:spPr bwMode="auto">
          <a:xfrm flipV="1">
            <a:off x="4557236" y="4737513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8" name="Connettore 1 43">
            <a:extLst>
              <a:ext uri="{FF2B5EF4-FFF2-40B4-BE49-F238E27FC236}">
                <a16:creationId xmlns:a16="http://schemas.microsoft.com/office/drawing/2014/main" id="{49763458-C510-4BF1-BC23-08F4C68B4AAD}"/>
              </a:ext>
            </a:extLst>
          </p:cNvPr>
          <p:cNvCxnSpPr>
            <a:cxnSpLocks/>
          </p:cNvCxnSpPr>
          <p:nvPr/>
        </p:nvCxnSpPr>
        <p:spPr bwMode="auto">
          <a:xfrm flipV="1">
            <a:off x="5205872" y="4750699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9" name="Connettore 1 44">
            <a:extLst>
              <a:ext uri="{FF2B5EF4-FFF2-40B4-BE49-F238E27FC236}">
                <a16:creationId xmlns:a16="http://schemas.microsoft.com/office/drawing/2014/main" id="{A44CB128-3193-4D82-91AD-2F2D11DCF8C5}"/>
              </a:ext>
            </a:extLst>
          </p:cNvPr>
          <p:cNvCxnSpPr>
            <a:cxnSpLocks/>
          </p:cNvCxnSpPr>
          <p:nvPr/>
        </p:nvCxnSpPr>
        <p:spPr bwMode="auto">
          <a:xfrm>
            <a:off x="4557236" y="4736888"/>
            <a:ext cx="65079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0" name="Connettore 1 48">
            <a:extLst>
              <a:ext uri="{FF2B5EF4-FFF2-40B4-BE49-F238E27FC236}">
                <a16:creationId xmlns:a16="http://schemas.microsoft.com/office/drawing/2014/main" id="{0505E94D-CF1F-4201-B48B-0632BAEE1CAD}"/>
              </a:ext>
            </a:extLst>
          </p:cNvPr>
          <p:cNvCxnSpPr>
            <a:cxnSpLocks/>
          </p:cNvCxnSpPr>
          <p:nvPr/>
        </p:nvCxnSpPr>
        <p:spPr bwMode="auto">
          <a:xfrm>
            <a:off x="5192017" y="5053904"/>
            <a:ext cx="66189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1" name="Connettore 1 49">
            <a:extLst>
              <a:ext uri="{FF2B5EF4-FFF2-40B4-BE49-F238E27FC236}">
                <a16:creationId xmlns:a16="http://schemas.microsoft.com/office/drawing/2014/main" id="{26D7596C-8295-4245-8E9B-DF44E4A53769}"/>
              </a:ext>
            </a:extLst>
          </p:cNvPr>
          <p:cNvCxnSpPr>
            <a:cxnSpLocks/>
          </p:cNvCxnSpPr>
          <p:nvPr/>
        </p:nvCxnSpPr>
        <p:spPr bwMode="auto">
          <a:xfrm flipV="1">
            <a:off x="5853912" y="4751324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2" name="Connettore 1 50">
            <a:extLst>
              <a:ext uri="{FF2B5EF4-FFF2-40B4-BE49-F238E27FC236}">
                <a16:creationId xmlns:a16="http://schemas.microsoft.com/office/drawing/2014/main" id="{CE99E6A2-54D6-45E1-8F87-9E61CC1D06E2}"/>
              </a:ext>
            </a:extLst>
          </p:cNvPr>
          <p:cNvCxnSpPr>
            <a:cxnSpLocks/>
          </p:cNvCxnSpPr>
          <p:nvPr/>
        </p:nvCxnSpPr>
        <p:spPr bwMode="auto">
          <a:xfrm>
            <a:off x="5853912" y="4750699"/>
            <a:ext cx="367641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3" name="Connettore 1 54">
            <a:extLst>
              <a:ext uri="{FF2B5EF4-FFF2-40B4-BE49-F238E27FC236}">
                <a16:creationId xmlns:a16="http://schemas.microsoft.com/office/drawing/2014/main" id="{78934B9A-55E8-43DB-B9F3-0658AB34FE18}"/>
              </a:ext>
            </a:extLst>
          </p:cNvPr>
          <p:cNvCxnSpPr>
            <a:cxnSpLocks/>
          </p:cNvCxnSpPr>
          <p:nvPr/>
        </p:nvCxnSpPr>
        <p:spPr bwMode="auto">
          <a:xfrm>
            <a:off x="3533958" y="5567192"/>
            <a:ext cx="132604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4" name="Connettore 1 56">
            <a:extLst>
              <a:ext uri="{FF2B5EF4-FFF2-40B4-BE49-F238E27FC236}">
                <a16:creationId xmlns:a16="http://schemas.microsoft.com/office/drawing/2014/main" id="{ABDBC137-5EEF-4977-B5E9-01DD301D7058}"/>
              </a:ext>
            </a:extLst>
          </p:cNvPr>
          <p:cNvCxnSpPr>
            <a:cxnSpLocks/>
          </p:cNvCxnSpPr>
          <p:nvPr/>
        </p:nvCxnSpPr>
        <p:spPr bwMode="auto">
          <a:xfrm flipV="1">
            <a:off x="4858574" y="5277842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5" name="Connettore 1 57">
            <a:extLst>
              <a:ext uri="{FF2B5EF4-FFF2-40B4-BE49-F238E27FC236}">
                <a16:creationId xmlns:a16="http://schemas.microsoft.com/office/drawing/2014/main" id="{6DB40B79-2C30-4B5B-B408-25361C6E8DC3}"/>
              </a:ext>
            </a:extLst>
          </p:cNvPr>
          <p:cNvCxnSpPr>
            <a:cxnSpLocks/>
          </p:cNvCxnSpPr>
          <p:nvPr/>
        </p:nvCxnSpPr>
        <p:spPr bwMode="auto">
          <a:xfrm>
            <a:off x="4844489" y="5277842"/>
            <a:ext cx="132821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6" name="Connettore 1 36">
            <a:extLst>
              <a:ext uri="{FF2B5EF4-FFF2-40B4-BE49-F238E27FC236}">
                <a16:creationId xmlns:a16="http://schemas.microsoft.com/office/drawing/2014/main" id="{6260A087-1451-4FDF-8348-6EABB7EDE1BB}"/>
              </a:ext>
            </a:extLst>
          </p:cNvPr>
          <p:cNvCxnSpPr>
            <a:cxnSpLocks/>
          </p:cNvCxnSpPr>
          <p:nvPr/>
        </p:nvCxnSpPr>
        <p:spPr bwMode="auto">
          <a:xfrm flipV="1">
            <a:off x="3873526" y="4737513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7" name="Connettore 1 36">
            <a:extLst>
              <a:ext uri="{FF2B5EF4-FFF2-40B4-BE49-F238E27FC236}">
                <a16:creationId xmlns:a16="http://schemas.microsoft.com/office/drawing/2014/main" id="{3229B785-EBDD-43CB-8C5C-3D9E326CED84}"/>
              </a:ext>
            </a:extLst>
          </p:cNvPr>
          <p:cNvCxnSpPr/>
          <p:nvPr/>
        </p:nvCxnSpPr>
        <p:spPr bwMode="auto">
          <a:xfrm flipV="1">
            <a:off x="3544908" y="5257066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18" name="CasellaDiTesto 117">
            <a:extLst>
              <a:ext uri="{FF2B5EF4-FFF2-40B4-BE49-F238E27FC236}">
                <a16:creationId xmlns:a16="http://schemas.microsoft.com/office/drawing/2014/main" id="{A9A0E54B-CA27-4E7E-B58C-20AB13EEB569}"/>
              </a:ext>
            </a:extLst>
          </p:cNvPr>
          <p:cNvSpPr txBox="1"/>
          <p:nvPr/>
        </p:nvSpPr>
        <p:spPr>
          <a:xfrm>
            <a:off x="6218813" y="4173617"/>
            <a:ext cx="668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+mj-lt"/>
              </a:rPr>
              <a:t>bit 0</a:t>
            </a:r>
          </a:p>
        </p:txBody>
      </p:sp>
      <p:sp>
        <p:nvSpPr>
          <p:cNvPr id="119" name="CasellaDiTesto 118">
            <a:extLst>
              <a:ext uri="{FF2B5EF4-FFF2-40B4-BE49-F238E27FC236}">
                <a16:creationId xmlns:a16="http://schemas.microsoft.com/office/drawing/2014/main" id="{B2C3FCD9-D5B9-4467-8941-B7B7AFB0F0F3}"/>
              </a:ext>
            </a:extLst>
          </p:cNvPr>
          <p:cNvSpPr txBox="1"/>
          <p:nvPr/>
        </p:nvSpPr>
        <p:spPr>
          <a:xfrm>
            <a:off x="6221553" y="4674543"/>
            <a:ext cx="668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+mj-lt"/>
              </a:rPr>
              <a:t>bit 1</a:t>
            </a:r>
          </a:p>
        </p:txBody>
      </p:sp>
      <p:sp>
        <p:nvSpPr>
          <p:cNvPr id="120" name="CasellaDiTesto 119">
            <a:extLst>
              <a:ext uri="{FF2B5EF4-FFF2-40B4-BE49-F238E27FC236}">
                <a16:creationId xmlns:a16="http://schemas.microsoft.com/office/drawing/2014/main" id="{F0EF1813-DC22-4884-9A89-EA134F681223}"/>
              </a:ext>
            </a:extLst>
          </p:cNvPr>
          <p:cNvSpPr txBox="1"/>
          <p:nvPr/>
        </p:nvSpPr>
        <p:spPr>
          <a:xfrm>
            <a:off x="6221553" y="5185528"/>
            <a:ext cx="668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+mj-lt"/>
              </a:rPr>
              <a:t>bit 2</a:t>
            </a:r>
          </a:p>
        </p:txBody>
      </p:sp>
      <p:sp>
        <p:nvSpPr>
          <p:cNvPr id="121" name="CasellaDiTesto 120">
            <a:extLst>
              <a:ext uri="{FF2B5EF4-FFF2-40B4-BE49-F238E27FC236}">
                <a16:creationId xmlns:a16="http://schemas.microsoft.com/office/drawing/2014/main" id="{55F572DC-F3F7-45B7-BB36-9413704A7895}"/>
              </a:ext>
            </a:extLst>
          </p:cNvPr>
          <p:cNvSpPr txBox="1"/>
          <p:nvPr/>
        </p:nvSpPr>
        <p:spPr>
          <a:xfrm>
            <a:off x="7220323" y="4425639"/>
            <a:ext cx="10679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1" i="1" dirty="0">
                <a:latin typeface="+mj-lt"/>
              </a:rPr>
              <a:t>Onde</a:t>
            </a:r>
          </a:p>
          <a:p>
            <a:pPr algn="ctr"/>
            <a:r>
              <a:rPr lang="it-IT" sz="2000" b="1" i="1" dirty="0">
                <a:latin typeface="+mj-lt"/>
              </a:rPr>
              <a:t>sfasate</a:t>
            </a:r>
          </a:p>
        </p:txBody>
      </p:sp>
      <p:sp>
        <p:nvSpPr>
          <p:cNvPr id="122" name="CasellaDiTesto 121">
            <a:extLst>
              <a:ext uri="{FF2B5EF4-FFF2-40B4-BE49-F238E27FC236}">
                <a16:creationId xmlns:a16="http://schemas.microsoft.com/office/drawing/2014/main" id="{06CA77E7-EC32-42C0-822C-5ED663C0CED5}"/>
              </a:ext>
            </a:extLst>
          </p:cNvPr>
          <p:cNvSpPr txBox="1"/>
          <p:nvPr/>
        </p:nvSpPr>
        <p:spPr>
          <a:xfrm>
            <a:off x="1461946" y="3751271"/>
            <a:ext cx="5595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+mj-lt"/>
              </a:rPr>
              <a:t> 0   3   6   5   4  7   2   1  0  3   6   5  …</a:t>
            </a:r>
          </a:p>
        </p:txBody>
      </p:sp>
      <p:sp>
        <p:nvSpPr>
          <p:cNvPr id="139" name="Rettangolo 138">
            <a:extLst>
              <a:ext uri="{FF2B5EF4-FFF2-40B4-BE49-F238E27FC236}">
                <a16:creationId xmlns:a16="http://schemas.microsoft.com/office/drawing/2014/main" id="{5BC0068A-12C6-47EE-99AB-759CB4785181}"/>
              </a:ext>
            </a:extLst>
          </p:cNvPr>
          <p:cNvSpPr/>
          <p:nvPr/>
        </p:nvSpPr>
        <p:spPr bwMode="auto">
          <a:xfrm>
            <a:off x="1553719" y="5831348"/>
            <a:ext cx="5832662" cy="815614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Il codice prodotto dipende dal periodo delle onde e dalla loro fase</a:t>
            </a:r>
          </a:p>
        </p:txBody>
      </p:sp>
      <p:cxnSp>
        <p:nvCxnSpPr>
          <p:cNvPr id="141" name="Connettore diritto 140">
            <a:extLst>
              <a:ext uri="{FF2B5EF4-FFF2-40B4-BE49-F238E27FC236}">
                <a16:creationId xmlns:a16="http://schemas.microsoft.com/office/drawing/2014/main" id="{7A60A3E3-E78A-425C-93EA-6F50F1118D77}"/>
              </a:ext>
            </a:extLst>
          </p:cNvPr>
          <p:cNvCxnSpPr/>
          <p:nvPr/>
        </p:nvCxnSpPr>
        <p:spPr bwMode="auto">
          <a:xfrm>
            <a:off x="2041588" y="1773072"/>
            <a:ext cx="0" cy="157657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142" name="CasellaDiTesto 141">
            <a:extLst>
              <a:ext uri="{FF2B5EF4-FFF2-40B4-BE49-F238E27FC236}">
                <a16:creationId xmlns:a16="http://schemas.microsoft.com/office/drawing/2014/main" id="{AC88EFEC-F3F0-4C1C-8346-EEA517372B21}"/>
              </a:ext>
            </a:extLst>
          </p:cNvPr>
          <p:cNvSpPr txBox="1"/>
          <p:nvPr/>
        </p:nvSpPr>
        <p:spPr>
          <a:xfrm>
            <a:off x="1915102" y="3253789"/>
            <a:ext cx="20090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i="1" dirty="0">
                <a:latin typeface="+mj-lt"/>
              </a:rPr>
              <a:t>codice = 011 (3)</a:t>
            </a:r>
          </a:p>
        </p:txBody>
      </p:sp>
      <p:sp>
        <p:nvSpPr>
          <p:cNvPr id="143" name="CasellaDiTesto 142">
            <a:extLst>
              <a:ext uri="{FF2B5EF4-FFF2-40B4-BE49-F238E27FC236}">
                <a16:creationId xmlns:a16="http://schemas.microsoft.com/office/drawing/2014/main" id="{D7C3EEEB-0B1C-4D19-8C92-DEF87D163567}"/>
              </a:ext>
            </a:extLst>
          </p:cNvPr>
          <p:cNvSpPr txBox="1"/>
          <p:nvPr/>
        </p:nvSpPr>
        <p:spPr>
          <a:xfrm>
            <a:off x="6229721" y="1394926"/>
            <a:ext cx="9268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+mj-lt"/>
              </a:rPr>
              <a:t>codice</a:t>
            </a:r>
          </a:p>
        </p:txBody>
      </p:sp>
      <p:sp>
        <p:nvSpPr>
          <p:cNvPr id="144" name="CasellaDiTesto 143">
            <a:extLst>
              <a:ext uri="{FF2B5EF4-FFF2-40B4-BE49-F238E27FC236}">
                <a16:creationId xmlns:a16="http://schemas.microsoft.com/office/drawing/2014/main" id="{E567B331-13CC-43FF-A874-B43DE070AA46}"/>
              </a:ext>
            </a:extLst>
          </p:cNvPr>
          <p:cNvSpPr txBox="1"/>
          <p:nvPr/>
        </p:nvSpPr>
        <p:spPr>
          <a:xfrm>
            <a:off x="6229720" y="3730773"/>
            <a:ext cx="9268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+mj-lt"/>
              </a:rPr>
              <a:t>codice</a:t>
            </a:r>
          </a:p>
        </p:txBody>
      </p:sp>
    </p:spTree>
    <p:extLst>
      <p:ext uri="{BB962C8B-B14F-4D97-AF65-F5344CB8AC3E}">
        <p14:creationId xmlns:p14="http://schemas.microsoft.com/office/powerpoint/2010/main" val="315452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0561CE-1B8C-4B88-A5D0-0700A92E7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Configurazione dei task generatori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B804B75-72C1-4741-8AC2-1C93ED585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E69C6D-0241-C642-A750-BCC21E81E206}" type="slidenum">
              <a:rPr lang="it-IT" smtClean="0"/>
              <a:pPr>
                <a:defRPr/>
              </a:pPr>
              <a:t>5</a:t>
            </a:fld>
            <a:endParaRPr lang="it-IT" dirty="0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BD490BC5-4AA0-473E-BA81-45756F7D4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9" y="1520122"/>
            <a:ext cx="8077201" cy="4419600"/>
          </a:xfrm>
        </p:spPr>
        <p:txBody>
          <a:bodyPr/>
          <a:lstStyle/>
          <a:p>
            <a:r>
              <a:rPr lang="it-IT" sz="2400" dirty="0"/>
              <a:t>I task generatori possono essere configurati specificando per ciascuno il proprio semiperiodo in </a:t>
            </a:r>
            <a:r>
              <a:rPr lang="it-IT" sz="2400" dirty="0" err="1"/>
              <a:t>ms</a:t>
            </a:r>
            <a:r>
              <a:rPr lang="it-IT" sz="2400" dirty="0"/>
              <a:t> (min 10, max 200) e la propria fase (in multipli di 10ms)</a:t>
            </a:r>
          </a:p>
          <a:p>
            <a:pPr marL="0" indent="0">
              <a:buNone/>
            </a:pPr>
            <a:endParaRPr lang="it-IT" sz="2400" dirty="0"/>
          </a:p>
          <a:p>
            <a:r>
              <a:rPr lang="it-IT" sz="2400" dirty="0"/>
              <a:t>I parametri possono opzionalmente essere passati in input, oppure possono essere cablati nel codice</a:t>
            </a:r>
          </a:p>
          <a:p>
            <a:pPr marL="0" indent="0">
              <a:buNone/>
            </a:pPr>
            <a:endParaRPr lang="it-IT" sz="2400" b="1" dirty="0">
              <a:latin typeface="Courier New"/>
              <a:cs typeface="Courier New"/>
            </a:endParaRPr>
          </a:p>
          <a:p>
            <a:r>
              <a:rPr lang="it-IT" sz="2400" dirty="0"/>
              <a:t>Detto </a:t>
            </a:r>
            <a:r>
              <a:rPr lang="it-IT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  <a:r>
              <a:rPr lang="it-IT" sz="2400" dirty="0"/>
              <a:t> il tempo base di partenza, la fase </a:t>
            </a:r>
            <a:r>
              <a:rPr lang="it-IT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it-IT" sz="2400" dirty="0"/>
              <a:t> per il task j ha il significato di far partire il task j al tempo </a:t>
            </a:r>
            <a:r>
              <a:rPr lang="it-IT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start + </a:t>
            </a:r>
            <a:r>
              <a:rPr lang="it-IT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min_per</a:t>
            </a:r>
            <a:r>
              <a:rPr lang="it-IT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*x </a:t>
            </a:r>
            <a:r>
              <a:rPr lang="it-IT" sz="2400" dirty="0"/>
              <a:t>con </a:t>
            </a:r>
            <a:r>
              <a:rPr lang="it-IT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min_per</a:t>
            </a:r>
            <a:r>
              <a:rPr lang="it-IT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2400" dirty="0">
                <a:latin typeface="+mj-lt"/>
                <a:cs typeface="Courier New" panose="02070309020205020404" pitchFamily="49" charset="0"/>
              </a:rPr>
              <a:t>costante</a:t>
            </a:r>
            <a:r>
              <a:rPr lang="it-IT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2400" dirty="0"/>
              <a:t>pari al minimo semiperiodo (10 </a:t>
            </a:r>
            <a:r>
              <a:rPr lang="it-IT" sz="2400" dirty="0" err="1"/>
              <a:t>ms</a:t>
            </a:r>
            <a:r>
              <a:rPr lang="it-IT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11513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6227BD-3DCF-4043-A24C-D9595D4FB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Task riconoscitore di sequenza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4E89D05-9E0F-4045-9DC1-DA52198C2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/>
              <a:t>Legge periodicamente (ogni 10ms) il valore corrente del codice prodotto dai task generatori e va alla ricerca della sequenza 0, 3, 6, 5</a:t>
            </a:r>
          </a:p>
          <a:p>
            <a:pPr lvl="1"/>
            <a:r>
              <a:rPr lang="it-IT" sz="2000" dirty="0"/>
              <a:t>Per riconoscere la sequenza, deve possedere uno «stato» delle cifre già riconosciute e della successiva cifra attesa:</a:t>
            </a:r>
          </a:p>
          <a:p>
            <a:pPr lvl="2"/>
            <a:r>
              <a:rPr lang="it-IT" sz="1600" dirty="0"/>
              <a:t>Per es, ha già riconosciuto 0 e 3 nelle istanze precedenti, attende 6 nell’istanza corrente</a:t>
            </a:r>
          </a:p>
          <a:p>
            <a:r>
              <a:rPr lang="it-IT" sz="2400" dirty="0"/>
              <a:t>Se riconosce la sequenza, aggiorna i campi di una struttura dati condivisa contenente:</a:t>
            </a:r>
          </a:p>
          <a:p>
            <a:pPr lvl="1"/>
            <a:r>
              <a:rPr lang="it-IT" sz="2000" dirty="0"/>
              <a:t>Un campo intero «OK» messo a 1 appena la sequenza è riconosciuta, e azzerato successivamente</a:t>
            </a:r>
          </a:p>
          <a:p>
            <a:pPr lvl="1"/>
            <a:r>
              <a:rPr lang="it-IT" sz="2000" dirty="0"/>
              <a:t>Un contatore «</a:t>
            </a:r>
            <a:r>
              <a:rPr lang="it-IT" sz="2000" dirty="0" err="1"/>
              <a:t>count</a:t>
            </a:r>
            <a:r>
              <a:rPr lang="it-IT" sz="2000" dirty="0"/>
              <a:t>» del numero di sequenze riconosciute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7D79006-35AC-4C82-AAAC-1F82BF6C6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E69C6D-0241-C642-A750-BCC21E81E206}" type="slidenum">
              <a:rPr lang="it-IT" smtClean="0"/>
              <a:pPr>
                <a:defRPr/>
              </a:pPr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5088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94ADCD-55E2-4B49-9BC4-B4E689FCD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Commutazione del bit OK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2F7DD9C-5DAA-4DFF-AA26-B3CF22E8C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E69C6D-0241-C642-A750-BCC21E81E206}" type="slidenum">
              <a:rPr lang="it-IT" smtClean="0"/>
              <a:pPr>
                <a:defRPr/>
              </a:pPr>
              <a:t>7</a:t>
            </a:fld>
            <a:endParaRPr lang="it-IT"/>
          </a:p>
        </p:txBody>
      </p:sp>
      <p:cxnSp>
        <p:nvCxnSpPr>
          <p:cNvPr id="5" name="Connettore 1 26">
            <a:extLst>
              <a:ext uri="{FF2B5EF4-FFF2-40B4-BE49-F238E27FC236}">
                <a16:creationId xmlns:a16="http://schemas.microsoft.com/office/drawing/2014/main" id="{1961E2AE-5DD3-4412-ABC2-47F673DD2215}"/>
              </a:ext>
            </a:extLst>
          </p:cNvPr>
          <p:cNvCxnSpPr/>
          <p:nvPr/>
        </p:nvCxnSpPr>
        <p:spPr bwMode="auto">
          <a:xfrm>
            <a:off x="1909477" y="2521783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" name="Connettore 1 27">
            <a:extLst>
              <a:ext uri="{FF2B5EF4-FFF2-40B4-BE49-F238E27FC236}">
                <a16:creationId xmlns:a16="http://schemas.microsoft.com/office/drawing/2014/main" id="{BD39D8F7-54DB-47C7-8BBE-E5AF64B62716}"/>
              </a:ext>
            </a:extLst>
          </p:cNvPr>
          <p:cNvCxnSpPr/>
          <p:nvPr/>
        </p:nvCxnSpPr>
        <p:spPr bwMode="auto">
          <a:xfrm flipV="1">
            <a:off x="2242121" y="2232433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" name="Connettore 1 28">
            <a:extLst>
              <a:ext uri="{FF2B5EF4-FFF2-40B4-BE49-F238E27FC236}">
                <a16:creationId xmlns:a16="http://schemas.microsoft.com/office/drawing/2014/main" id="{99EBF7D4-33B2-48D0-B313-53EBAE1CDCB7}"/>
              </a:ext>
            </a:extLst>
          </p:cNvPr>
          <p:cNvCxnSpPr/>
          <p:nvPr/>
        </p:nvCxnSpPr>
        <p:spPr bwMode="auto">
          <a:xfrm flipV="1">
            <a:off x="2571372" y="2240158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8" name="Connettore 1 29">
            <a:extLst>
              <a:ext uri="{FF2B5EF4-FFF2-40B4-BE49-F238E27FC236}">
                <a16:creationId xmlns:a16="http://schemas.microsoft.com/office/drawing/2014/main" id="{D2140B16-CC67-4F27-A072-363040D5B8D1}"/>
              </a:ext>
            </a:extLst>
          </p:cNvPr>
          <p:cNvCxnSpPr/>
          <p:nvPr/>
        </p:nvCxnSpPr>
        <p:spPr bwMode="auto">
          <a:xfrm>
            <a:off x="2242121" y="2231808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9" name="Connettore 1 30">
            <a:extLst>
              <a:ext uri="{FF2B5EF4-FFF2-40B4-BE49-F238E27FC236}">
                <a16:creationId xmlns:a16="http://schemas.microsoft.com/office/drawing/2014/main" id="{6A790BF0-CAD4-4BE2-8312-D4D62F77C5E2}"/>
              </a:ext>
            </a:extLst>
          </p:cNvPr>
          <p:cNvCxnSpPr/>
          <p:nvPr/>
        </p:nvCxnSpPr>
        <p:spPr bwMode="auto">
          <a:xfrm>
            <a:off x="2584727" y="2522408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0" name="Connettore 1 31">
            <a:extLst>
              <a:ext uri="{FF2B5EF4-FFF2-40B4-BE49-F238E27FC236}">
                <a16:creationId xmlns:a16="http://schemas.microsoft.com/office/drawing/2014/main" id="{48CEF124-99FD-4BF3-9D8C-D38A35C3C9AA}"/>
              </a:ext>
            </a:extLst>
          </p:cNvPr>
          <p:cNvCxnSpPr/>
          <p:nvPr/>
        </p:nvCxnSpPr>
        <p:spPr bwMode="auto">
          <a:xfrm flipV="1">
            <a:off x="2917371" y="2233058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" name="Connettore 1 32">
            <a:extLst>
              <a:ext uri="{FF2B5EF4-FFF2-40B4-BE49-F238E27FC236}">
                <a16:creationId xmlns:a16="http://schemas.microsoft.com/office/drawing/2014/main" id="{C53F2695-5914-45F1-9895-F034EA696342}"/>
              </a:ext>
            </a:extLst>
          </p:cNvPr>
          <p:cNvCxnSpPr/>
          <p:nvPr/>
        </p:nvCxnSpPr>
        <p:spPr bwMode="auto">
          <a:xfrm flipV="1">
            <a:off x="3246622" y="2240783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2" name="Connettore 1 33">
            <a:extLst>
              <a:ext uri="{FF2B5EF4-FFF2-40B4-BE49-F238E27FC236}">
                <a16:creationId xmlns:a16="http://schemas.microsoft.com/office/drawing/2014/main" id="{238292AE-FE31-4637-B2E4-6D00F2A23CF4}"/>
              </a:ext>
            </a:extLst>
          </p:cNvPr>
          <p:cNvCxnSpPr/>
          <p:nvPr/>
        </p:nvCxnSpPr>
        <p:spPr bwMode="auto">
          <a:xfrm>
            <a:off x="2917371" y="2232433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3" name="Connettore 1 34">
            <a:extLst>
              <a:ext uri="{FF2B5EF4-FFF2-40B4-BE49-F238E27FC236}">
                <a16:creationId xmlns:a16="http://schemas.microsoft.com/office/drawing/2014/main" id="{CEF00906-3324-4271-9C03-4BEFA9682827}"/>
              </a:ext>
            </a:extLst>
          </p:cNvPr>
          <p:cNvCxnSpPr/>
          <p:nvPr/>
        </p:nvCxnSpPr>
        <p:spPr bwMode="auto">
          <a:xfrm>
            <a:off x="3235525" y="2529508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4" name="Connettore 1 35">
            <a:extLst>
              <a:ext uri="{FF2B5EF4-FFF2-40B4-BE49-F238E27FC236}">
                <a16:creationId xmlns:a16="http://schemas.microsoft.com/office/drawing/2014/main" id="{612D48A8-8190-4E07-81BD-32A0C9361253}"/>
              </a:ext>
            </a:extLst>
          </p:cNvPr>
          <p:cNvCxnSpPr/>
          <p:nvPr/>
        </p:nvCxnSpPr>
        <p:spPr bwMode="auto">
          <a:xfrm flipV="1">
            <a:off x="3568169" y="2240158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5" name="Connettore 1 36">
            <a:extLst>
              <a:ext uri="{FF2B5EF4-FFF2-40B4-BE49-F238E27FC236}">
                <a16:creationId xmlns:a16="http://schemas.microsoft.com/office/drawing/2014/main" id="{147BDD33-E14C-47AC-8BCF-C9DB399C2E1D}"/>
              </a:ext>
            </a:extLst>
          </p:cNvPr>
          <p:cNvCxnSpPr/>
          <p:nvPr/>
        </p:nvCxnSpPr>
        <p:spPr bwMode="auto">
          <a:xfrm flipV="1">
            <a:off x="3897420" y="2247883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6" name="Connettore 1 37">
            <a:extLst>
              <a:ext uri="{FF2B5EF4-FFF2-40B4-BE49-F238E27FC236}">
                <a16:creationId xmlns:a16="http://schemas.microsoft.com/office/drawing/2014/main" id="{94202032-BDFE-47AF-947B-228B3793D1F6}"/>
              </a:ext>
            </a:extLst>
          </p:cNvPr>
          <p:cNvCxnSpPr/>
          <p:nvPr/>
        </p:nvCxnSpPr>
        <p:spPr bwMode="auto">
          <a:xfrm>
            <a:off x="3568169" y="2239533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7" name="Connettore 1 41">
            <a:extLst>
              <a:ext uri="{FF2B5EF4-FFF2-40B4-BE49-F238E27FC236}">
                <a16:creationId xmlns:a16="http://schemas.microsoft.com/office/drawing/2014/main" id="{12EFB140-2A2C-45D9-8332-4398C9AC2FED}"/>
              </a:ext>
            </a:extLst>
          </p:cNvPr>
          <p:cNvCxnSpPr>
            <a:cxnSpLocks/>
          </p:cNvCxnSpPr>
          <p:nvPr/>
        </p:nvCxnSpPr>
        <p:spPr bwMode="auto">
          <a:xfrm>
            <a:off x="1620062" y="3045876"/>
            <a:ext cx="66189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8" name="Connettore 1 42">
            <a:extLst>
              <a:ext uri="{FF2B5EF4-FFF2-40B4-BE49-F238E27FC236}">
                <a16:creationId xmlns:a16="http://schemas.microsoft.com/office/drawing/2014/main" id="{CB68F729-A485-4447-AD5D-1CEB9E5323EE}"/>
              </a:ext>
            </a:extLst>
          </p:cNvPr>
          <p:cNvCxnSpPr>
            <a:cxnSpLocks/>
          </p:cNvCxnSpPr>
          <p:nvPr/>
        </p:nvCxnSpPr>
        <p:spPr bwMode="auto">
          <a:xfrm flipV="1">
            <a:off x="2281957" y="2756526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9" name="Connettore 1 43">
            <a:extLst>
              <a:ext uri="{FF2B5EF4-FFF2-40B4-BE49-F238E27FC236}">
                <a16:creationId xmlns:a16="http://schemas.microsoft.com/office/drawing/2014/main" id="{3B526C2E-0350-4120-A715-58587539EABF}"/>
              </a:ext>
            </a:extLst>
          </p:cNvPr>
          <p:cNvCxnSpPr>
            <a:cxnSpLocks/>
          </p:cNvCxnSpPr>
          <p:nvPr/>
        </p:nvCxnSpPr>
        <p:spPr bwMode="auto">
          <a:xfrm flipV="1">
            <a:off x="2930593" y="2769712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0" name="Connettore 1 44">
            <a:extLst>
              <a:ext uri="{FF2B5EF4-FFF2-40B4-BE49-F238E27FC236}">
                <a16:creationId xmlns:a16="http://schemas.microsoft.com/office/drawing/2014/main" id="{0399E536-40F9-49F1-8A4F-0883A283094F}"/>
              </a:ext>
            </a:extLst>
          </p:cNvPr>
          <p:cNvCxnSpPr>
            <a:cxnSpLocks/>
          </p:cNvCxnSpPr>
          <p:nvPr/>
        </p:nvCxnSpPr>
        <p:spPr bwMode="auto">
          <a:xfrm>
            <a:off x="2281957" y="2755901"/>
            <a:ext cx="65079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1" name="Connettore 1 48">
            <a:extLst>
              <a:ext uri="{FF2B5EF4-FFF2-40B4-BE49-F238E27FC236}">
                <a16:creationId xmlns:a16="http://schemas.microsoft.com/office/drawing/2014/main" id="{A21F846F-48F5-4F5F-BD52-3C3D7D2C432B}"/>
              </a:ext>
            </a:extLst>
          </p:cNvPr>
          <p:cNvCxnSpPr>
            <a:cxnSpLocks/>
          </p:cNvCxnSpPr>
          <p:nvPr/>
        </p:nvCxnSpPr>
        <p:spPr bwMode="auto">
          <a:xfrm>
            <a:off x="2916738" y="3072917"/>
            <a:ext cx="66189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2" name="Connettore 1 49">
            <a:extLst>
              <a:ext uri="{FF2B5EF4-FFF2-40B4-BE49-F238E27FC236}">
                <a16:creationId xmlns:a16="http://schemas.microsoft.com/office/drawing/2014/main" id="{2BCF4E3B-53DE-437F-9741-80DD37BA69E1}"/>
              </a:ext>
            </a:extLst>
          </p:cNvPr>
          <p:cNvCxnSpPr>
            <a:cxnSpLocks/>
          </p:cNvCxnSpPr>
          <p:nvPr/>
        </p:nvCxnSpPr>
        <p:spPr bwMode="auto">
          <a:xfrm flipV="1">
            <a:off x="3578633" y="2770337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3" name="Connettore 1 50">
            <a:extLst>
              <a:ext uri="{FF2B5EF4-FFF2-40B4-BE49-F238E27FC236}">
                <a16:creationId xmlns:a16="http://schemas.microsoft.com/office/drawing/2014/main" id="{03F866B4-8426-4F52-8D18-03F5AFCC52AE}"/>
              </a:ext>
            </a:extLst>
          </p:cNvPr>
          <p:cNvCxnSpPr>
            <a:cxnSpLocks/>
          </p:cNvCxnSpPr>
          <p:nvPr/>
        </p:nvCxnSpPr>
        <p:spPr bwMode="auto">
          <a:xfrm>
            <a:off x="3578633" y="2769712"/>
            <a:ext cx="65079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4" name="Connettore 1 54">
            <a:extLst>
              <a:ext uri="{FF2B5EF4-FFF2-40B4-BE49-F238E27FC236}">
                <a16:creationId xmlns:a16="http://schemas.microsoft.com/office/drawing/2014/main" id="{EB36DA3A-4463-4246-8536-52D2656185EE}"/>
              </a:ext>
            </a:extLst>
          </p:cNvPr>
          <p:cNvCxnSpPr>
            <a:cxnSpLocks/>
          </p:cNvCxnSpPr>
          <p:nvPr/>
        </p:nvCxnSpPr>
        <p:spPr bwMode="auto">
          <a:xfrm>
            <a:off x="1258679" y="3586205"/>
            <a:ext cx="132604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5" name="Connettore 1 56">
            <a:extLst>
              <a:ext uri="{FF2B5EF4-FFF2-40B4-BE49-F238E27FC236}">
                <a16:creationId xmlns:a16="http://schemas.microsoft.com/office/drawing/2014/main" id="{F50BA16C-8529-4262-8966-D2707B9EF64F}"/>
              </a:ext>
            </a:extLst>
          </p:cNvPr>
          <p:cNvCxnSpPr>
            <a:cxnSpLocks/>
          </p:cNvCxnSpPr>
          <p:nvPr/>
        </p:nvCxnSpPr>
        <p:spPr bwMode="auto">
          <a:xfrm flipV="1">
            <a:off x="2583295" y="3296855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6" name="Connettore 1 57">
            <a:extLst>
              <a:ext uri="{FF2B5EF4-FFF2-40B4-BE49-F238E27FC236}">
                <a16:creationId xmlns:a16="http://schemas.microsoft.com/office/drawing/2014/main" id="{CFB44091-9DA0-4808-874D-1BC427354E54}"/>
              </a:ext>
            </a:extLst>
          </p:cNvPr>
          <p:cNvCxnSpPr>
            <a:cxnSpLocks/>
          </p:cNvCxnSpPr>
          <p:nvPr/>
        </p:nvCxnSpPr>
        <p:spPr bwMode="auto">
          <a:xfrm>
            <a:off x="2569210" y="3296855"/>
            <a:ext cx="132821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7" name="Connettore 1 21">
            <a:extLst>
              <a:ext uri="{FF2B5EF4-FFF2-40B4-BE49-F238E27FC236}">
                <a16:creationId xmlns:a16="http://schemas.microsoft.com/office/drawing/2014/main" id="{612716EA-47D9-4345-BA94-F31AB99067CB}"/>
              </a:ext>
            </a:extLst>
          </p:cNvPr>
          <p:cNvCxnSpPr/>
          <p:nvPr/>
        </p:nvCxnSpPr>
        <p:spPr bwMode="auto">
          <a:xfrm>
            <a:off x="3900813" y="2535459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8" name="Connettore 1 22">
            <a:extLst>
              <a:ext uri="{FF2B5EF4-FFF2-40B4-BE49-F238E27FC236}">
                <a16:creationId xmlns:a16="http://schemas.microsoft.com/office/drawing/2014/main" id="{AAB068B1-B11B-4530-8B7A-D6B4DD8317E7}"/>
              </a:ext>
            </a:extLst>
          </p:cNvPr>
          <p:cNvCxnSpPr/>
          <p:nvPr/>
        </p:nvCxnSpPr>
        <p:spPr bwMode="auto">
          <a:xfrm flipV="1">
            <a:off x="4233457" y="2246109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29" name="Connettore 1 24">
            <a:extLst>
              <a:ext uri="{FF2B5EF4-FFF2-40B4-BE49-F238E27FC236}">
                <a16:creationId xmlns:a16="http://schemas.microsoft.com/office/drawing/2014/main" id="{9F29F5C6-AE10-4555-9C26-EEB187B00437}"/>
              </a:ext>
            </a:extLst>
          </p:cNvPr>
          <p:cNvCxnSpPr/>
          <p:nvPr/>
        </p:nvCxnSpPr>
        <p:spPr bwMode="auto">
          <a:xfrm flipV="1">
            <a:off x="4562708" y="2253834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0" name="Connettore 1 25">
            <a:extLst>
              <a:ext uri="{FF2B5EF4-FFF2-40B4-BE49-F238E27FC236}">
                <a16:creationId xmlns:a16="http://schemas.microsoft.com/office/drawing/2014/main" id="{856F1762-8676-4F91-87F0-6C803D7FD81C}"/>
              </a:ext>
            </a:extLst>
          </p:cNvPr>
          <p:cNvCxnSpPr/>
          <p:nvPr/>
        </p:nvCxnSpPr>
        <p:spPr bwMode="auto">
          <a:xfrm>
            <a:off x="4233457" y="2245484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1" name="Connettore 1 26">
            <a:extLst>
              <a:ext uri="{FF2B5EF4-FFF2-40B4-BE49-F238E27FC236}">
                <a16:creationId xmlns:a16="http://schemas.microsoft.com/office/drawing/2014/main" id="{688F2C3A-1357-44DD-B1EE-315578F84500}"/>
              </a:ext>
            </a:extLst>
          </p:cNvPr>
          <p:cNvCxnSpPr/>
          <p:nvPr/>
        </p:nvCxnSpPr>
        <p:spPr bwMode="auto">
          <a:xfrm>
            <a:off x="4551611" y="2542559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2" name="Connettore 1 27">
            <a:extLst>
              <a:ext uri="{FF2B5EF4-FFF2-40B4-BE49-F238E27FC236}">
                <a16:creationId xmlns:a16="http://schemas.microsoft.com/office/drawing/2014/main" id="{D197229E-DB44-44DA-9A65-E9275500294B}"/>
              </a:ext>
            </a:extLst>
          </p:cNvPr>
          <p:cNvCxnSpPr/>
          <p:nvPr/>
        </p:nvCxnSpPr>
        <p:spPr bwMode="auto">
          <a:xfrm flipV="1">
            <a:off x="4884255" y="2253209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3" name="Connettore 1 28">
            <a:extLst>
              <a:ext uri="{FF2B5EF4-FFF2-40B4-BE49-F238E27FC236}">
                <a16:creationId xmlns:a16="http://schemas.microsoft.com/office/drawing/2014/main" id="{ECCBD549-4C26-4B46-A30B-F76E6879B4DF}"/>
              </a:ext>
            </a:extLst>
          </p:cNvPr>
          <p:cNvCxnSpPr/>
          <p:nvPr/>
        </p:nvCxnSpPr>
        <p:spPr bwMode="auto">
          <a:xfrm flipV="1">
            <a:off x="5213506" y="2260934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4" name="Connettore 1 29">
            <a:extLst>
              <a:ext uri="{FF2B5EF4-FFF2-40B4-BE49-F238E27FC236}">
                <a16:creationId xmlns:a16="http://schemas.microsoft.com/office/drawing/2014/main" id="{30C64AD1-9566-4338-9E44-10398D5FC82D}"/>
              </a:ext>
            </a:extLst>
          </p:cNvPr>
          <p:cNvCxnSpPr/>
          <p:nvPr/>
        </p:nvCxnSpPr>
        <p:spPr bwMode="auto">
          <a:xfrm>
            <a:off x="4884255" y="2252584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5" name="Connettore 1 30">
            <a:extLst>
              <a:ext uri="{FF2B5EF4-FFF2-40B4-BE49-F238E27FC236}">
                <a16:creationId xmlns:a16="http://schemas.microsoft.com/office/drawing/2014/main" id="{618BABB8-46B8-4A7C-B03C-938050ED918A}"/>
              </a:ext>
            </a:extLst>
          </p:cNvPr>
          <p:cNvCxnSpPr/>
          <p:nvPr/>
        </p:nvCxnSpPr>
        <p:spPr bwMode="auto">
          <a:xfrm>
            <a:off x="5226861" y="2543184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6" name="Connettore 1 31">
            <a:extLst>
              <a:ext uri="{FF2B5EF4-FFF2-40B4-BE49-F238E27FC236}">
                <a16:creationId xmlns:a16="http://schemas.microsoft.com/office/drawing/2014/main" id="{772ED101-901A-4BEC-9854-1DC5AD4E17AD}"/>
              </a:ext>
            </a:extLst>
          </p:cNvPr>
          <p:cNvCxnSpPr/>
          <p:nvPr/>
        </p:nvCxnSpPr>
        <p:spPr bwMode="auto">
          <a:xfrm flipV="1">
            <a:off x="5559505" y="2253834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7" name="Connettore 1 32">
            <a:extLst>
              <a:ext uri="{FF2B5EF4-FFF2-40B4-BE49-F238E27FC236}">
                <a16:creationId xmlns:a16="http://schemas.microsoft.com/office/drawing/2014/main" id="{5AFF7387-600B-4C65-832A-ABE6C40B3672}"/>
              </a:ext>
            </a:extLst>
          </p:cNvPr>
          <p:cNvCxnSpPr/>
          <p:nvPr/>
        </p:nvCxnSpPr>
        <p:spPr bwMode="auto">
          <a:xfrm flipV="1">
            <a:off x="5888756" y="2261559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8" name="Connettore 1 33">
            <a:extLst>
              <a:ext uri="{FF2B5EF4-FFF2-40B4-BE49-F238E27FC236}">
                <a16:creationId xmlns:a16="http://schemas.microsoft.com/office/drawing/2014/main" id="{7AB53D3D-2EB9-4482-A862-361A4DF45065}"/>
              </a:ext>
            </a:extLst>
          </p:cNvPr>
          <p:cNvCxnSpPr/>
          <p:nvPr/>
        </p:nvCxnSpPr>
        <p:spPr bwMode="auto">
          <a:xfrm>
            <a:off x="5559505" y="2253209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9" name="Connettore 1 34">
            <a:extLst>
              <a:ext uri="{FF2B5EF4-FFF2-40B4-BE49-F238E27FC236}">
                <a16:creationId xmlns:a16="http://schemas.microsoft.com/office/drawing/2014/main" id="{B795B38C-6111-41D9-9472-0EC66FBF5F1F}"/>
              </a:ext>
            </a:extLst>
          </p:cNvPr>
          <p:cNvCxnSpPr/>
          <p:nvPr/>
        </p:nvCxnSpPr>
        <p:spPr bwMode="auto">
          <a:xfrm>
            <a:off x="5877659" y="2550284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0" name="Connettore 1 35">
            <a:extLst>
              <a:ext uri="{FF2B5EF4-FFF2-40B4-BE49-F238E27FC236}">
                <a16:creationId xmlns:a16="http://schemas.microsoft.com/office/drawing/2014/main" id="{5D8B5A0C-9D8B-48BA-9A72-3BA14634E72F}"/>
              </a:ext>
            </a:extLst>
          </p:cNvPr>
          <p:cNvCxnSpPr/>
          <p:nvPr/>
        </p:nvCxnSpPr>
        <p:spPr bwMode="auto">
          <a:xfrm flipV="1">
            <a:off x="6210303" y="2260934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1" name="Connettore 1 36">
            <a:extLst>
              <a:ext uri="{FF2B5EF4-FFF2-40B4-BE49-F238E27FC236}">
                <a16:creationId xmlns:a16="http://schemas.microsoft.com/office/drawing/2014/main" id="{8CCA6672-2CA7-4266-9CF5-9C7CFFF1A44E}"/>
              </a:ext>
            </a:extLst>
          </p:cNvPr>
          <p:cNvCxnSpPr/>
          <p:nvPr/>
        </p:nvCxnSpPr>
        <p:spPr bwMode="auto">
          <a:xfrm flipV="1">
            <a:off x="6539554" y="2268659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2" name="Connettore 1 37">
            <a:extLst>
              <a:ext uri="{FF2B5EF4-FFF2-40B4-BE49-F238E27FC236}">
                <a16:creationId xmlns:a16="http://schemas.microsoft.com/office/drawing/2014/main" id="{B5B343AC-6AE8-4EDA-8641-D498430EF04F}"/>
              </a:ext>
            </a:extLst>
          </p:cNvPr>
          <p:cNvCxnSpPr/>
          <p:nvPr/>
        </p:nvCxnSpPr>
        <p:spPr bwMode="auto">
          <a:xfrm>
            <a:off x="6210303" y="2260309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3" name="Connettore 1 41">
            <a:extLst>
              <a:ext uri="{FF2B5EF4-FFF2-40B4-BE49-F238E27FC236}">
                <a16:creationId xmlns:a16="http://schemas.microsoft.com/office/drawing/2014/main" id="{04D3CD1D-CC0F-4F01-A998-E5BE80FCE95D}"/>
              </a:ext>
            </a:extLst>
          </p:cNvPr>
          <p:cNvCxnSpPr>
            <a:cxnSpLocks/>
          </p:cNvCxnSpPr>
          <p:nvPr/>
        </p:nvCxnSpPr>
        <p:spPr bwMode="auto">
          <a:xfrm>
            <a:off x="4262196" y="3066652"/>
            <a:ext cx="66189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4" name="Connettore 1 42">
            <a:extLst>
              <a:ext uri="{FF2B5EF4-FFF2-40B4-BE49-F238E27FC236}">
                <a16:creationId xmlns:a16="http://schemas.microsoft.com/office/drawing/2014/main" id="{9D45231B-BDC2-4DAE-9036-BE6238122538}"/>
              </a:ext>
            </a:extLst>
          </p:cNvPr>
          <p:cNvCxnSpPr>
            <a:cxnSpLocks/>
          </p:cNvCxnSpPr>
          <p:nvPr/>
        </p:nvCxnSpPr>
        <p:spPr bwMode="auto">
          <a:xfrm flipV="1">
            <a:off x="4924091" y="2777302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5" name="Connettore 1 43">
            <a:extLst>
              <a:ext uri="{FF2B5EF4-FFF2-40B4-BE49-F238E27FC236}">
                <a16:creationId xmlns:a16="http://schemas.microsoft.com/office/drawing/2014/main" id="{C09B3BB4-2217-4943-9679-33DFC0B23980}"/>
              </a:ext>
            </a:extLst>
          </p:cNvPr>
          <p:cNvCxnSpPr>
            <a:cxnSpLocks/>
          </p:cNvCxnSpPr>
          <p:nvPr/>
        </p:nvCxnSpPr>
        <p:spPr bwMode="auto">
          <a:xfrm flipV="1">
            <a:off x="5572727" y="2790488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6" name="Connettore 1 44">
            <a:extLst>
              <a:ext uri="{FF2B5EF4-FFF2-40B4-BE49-F238E27FC236}">
                <a16:creationId xmlns:a16="http://schemas.microsoft.com/office/drawing/2014/main" id="{D7393C05-FC71-477B-89EA-DDB656C94029}"/>
              </a:ext>
            </a:extLst>
          </p:cNvPr>
          <p:cNvCxnSpPr>
            <a:cxnSpLocks/>
          </p:cNvCxnSpPr>
          <p:nvPr/>
        </p:nvCxnSpPr>
        <p:spPr bwMode="auto">
          <a:xfrm>
            <a:off x="4924091" y="2776677"/>
            <a:ext cx="65079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7" name="Connettore 1 48">
            <a:extLst>
              <a:ext uri="{FF2B5EF4-FFF2-40B4-BE49-F238E27FC236}">
                <a16:creationId xmlns:a16="http://schemas.microsoft.com/office/drawing/2014/main" id="{FE246655-6F41-4A9A-B1B2-745FC975976C}"/>
              </a:ext>
            </a:extLst>
          </p:cNvPr>
          <p:cNvCxnSpPr>
            <a:cxnSpLocks/>
          </p:cNvCxnSpPr>
          <p:nvPr/>
        </p:nvCxnSpPr>
        <p:spPr bwMode="auto">
          <a:xfrm>
            <a:off x="5558872" y="3093693"/>
            <a:ext cx="66189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8" name="Connettore 1 49">
            <a:extLst>
              <a:ext uri="{FF2B5EF4-FFF2-40B4-BE49-F238E27FC236}">
                <a16:creationId xmlns:a16="http://schemas.microsoft.com/office/drawing/2014/main" id="{93407DE9-C977-407C-9B72-0BE7FF9C4718}"/>
              </a:ext>
            </a:extLst>
          </p:cNvPr>
          <p:cNvCxnSpPr>
            <a:cxnSpLocks/>
          </p:cNvCxnSpPr>
          <p:nvPr/>
        </p:nvCxnSpPr>
        <p:spPr bwMode="auto">
          <a:xfrm flipV="1">
            <a:off x="6220767" y="2791113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9" name="Connettore 1 50">
            <a:extLst>
              <a:ext uri="{FF2B5EF4-FFF2-40B4-BE49-F238E27FC236}">
                <a16:creationId xmlns:a16="http://schemas.microsoft.com/office/drawing/2014/main" id="{016CF964-510A-4F91-AD4C-586808A6A367}"/>
              </a:ext>
            </a:extLst>
          </p:cNvPr>
          <p:cNvCxnSpPr>
            <a:cxnSpLocks/>
          </p:cNvCxnSpPr>
          <p:nvPr/>
        </p:nvCxnSpPr>
        <p:spPr bwMode="auto">
          <a:xfrm>
            <a:off x="6220767" y="2790488"/>
            <a:ext cx="367641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0" name="Connettore 1 54">
            <a:extLst>
              <a:ext uri="{FF2B5EF4-FFF2-40B4-BE49-F238E27FC236}">
                <a16:creationId xmlns:a16="http://schemas.microsoft.com/office/drawing/2014/main" id="{12BA1DB3-68EA-4985-B655-0E3A2CB838A8}"/>
              </a:ext>
            </a:extLst>
          </p:cNvPr>
          <p:cNvCxnSpPr>
            <a:cxnSpLocks/>
          </p:cNvCxnSpPr>
          <p:nvPr/>
        </p:nvCxnSpPr>
        <p:spPr bwMode="auto">
          <a:xfrm>
            <a:off x="3900813" y="3606981"/>
            <a:ext cx="1326048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1" name="Connettore 1 56">
            <a:extLst>
              <a:ext uri="{FF2B5EF4-FFF2-40B4-BE49-F238E27FC236}">
                <a16:creationId xmlns:a16="http://schemas.microsoft.com/office/drawing/2014/main" id="{13A380D0-9667-43A4-9337-BDB6B54CDD19}"/>
              </a:ext>
            </a:extLst>
          </p:cNvPr>
          <p:cNvCxnSpPr>
            <a:cxnSpLocks/>
          </p:cNvCxnSpPr>
          <p:nvPr/>
        </p:nvCxnSpPr>
        <p:spPr bwMode="auto">
          <a:xfrm flipV="1">
            <a:off x="5225429" y="3317631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2" name="Connettore 1 57">
            <a:extLst>
              <a:ext uri="{FF2B5EF4-FFF2-40B4-BE49-F238E27FC236}">
                <a16:creationId xmlns:a16="http://schemas.microsoft.com/office/drawing/2014/main" id="{41E066A4-AF11-4AFE-8CBE-BE84739EEA7C}"/>
              </a:ext>
            </a:extLst>
          </p:cNvPr>
          <p:cNvCxnSpPr>
            <a:cxnSpLocks/>
          </p:cNvCxnSpPr>
          <p:nvPr/>
        </p:nvCxnSpPr>
        <p:spPr bwMode="auto">
          <a:xfrm>
            <a:off x="5211344" y="3317631"/>
            <a:ext cx="132821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3" name="Connettore 1 36">
            <a:extLst>
              <a:ext uri="{FF2B5EF4-FFF2-40B4-BE49-F238E27FC236}">
                <a16:creationId xmlns:a16="http://schemas.microsoft.com/office/drawing/2014/main" id="{F0E8767A-C265-40B6-91B8-9C5475F1714A}"/>
              </a:ext>
            </a:extLst>
          </p:cNvPr>
          <p:cNvCxnSpPr>
            <a:cxnSpLocks/>
          </p:cNvCxnSpPr>
          <p:nvPr/>
        </p:nvCxnSpPr>
        <p:spPr bwMode="auto">
          <a:xfrm flipV="1">
            <a:off x="4240381" y="2777302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4" name="Connettore 1 36">
            <a:extLst>
              <a:ext uri="{FF2B5EF4-FFF2-40B4-BE49-F238E27FC236}">
                <a16:creationId xmlns:a16="http://schemas.microsoft.com/office/drawing/2014/main" id="{661A0733-5893-4CEA-B678-159919F87A93}"/>
              </a:ext>
            </a:extLst>
          </p:cNvPr>
          <p:cNvCxnSpPr/>
          <p:nvPr/>
        </p:nvCxnSpPr>
        <p:spPr bwMode="auto">
          <a:xfrm flipV="1">
            <a:off x="3911763" y="3296855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94F94885-8D4A-4DAD-8F3E-9289640D6228}"/>
              </a:ext>
            </a:extLst>
          </p:cNvPr>
          <p:cNvSpPr txBox="1"/>
          <p:nvPr/>
        </p:nvSpPr>
        <p:spPr>
          <a:xfrm>
            <a:off x="6585668" y="2213406"/>
            <a:ext cx="668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+mj-lt"/>
              </a:rPr>
              <a:t>bit 0</a:t>
            </a:r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F49C4CF9-4D86-4672-B360-A4A8E882D5E2}"/>
              </a:ext>
            </a:extLst>
          </p:cNvPr>
          <p:cNvSpPr txBox="1"/>
          <p:nvPr/>
        </p:nvSpPr>
        <p:spPr>
          <a:xfrm>
            <a:off x="6588408" y="2714332"/>
            <a:ext cx="668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+mj-lt"/>
              </a:rPr>
              <a:t>bit 1</a:t>
            </a: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315B0173-9116-433A-9B5D-15C2D9E98991}"/>
              </a:ext>
            </a:extLst>
          </p:cNvPr>
          <p:cNvSpPr txBox="1"/>
          <p:nvPr/>
        </p:nvSpPr>
        <p:spPr>
          <a:xfrm>
            <a:off x="6588408" y="3225317"/>
            <a:ext cx="668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+mj-lt"/>
              </a:rPr>
              <a:t>bit 2</a:t>
            </a:r>
          </a:p>
        </p:txBody>
      </p: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2DD28D70-4EEC-4330-B360-34205473F7E2}"/>
              </a:ext>
            </a:extLst>
          </p:cNvPr>
          <p:cNvSpPr txBox="1"/>
          <p:nvPr/>
        </p:nvSpPr>
        <p:spPr>
          <a:xfrm>
            <a:off x="1828801" y="1791060"/>
            <a:ext cx="5595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+mj-lt"/>
              </a:rPr>
              <a:t> 0   3   6   5   4  7   2   1  0  3   6   5  …</a:t>
            </a:r>
          </a:p>
        </p:txBody>
      </p:sp>
      <p:sp>
        <p:nvSpPr>
          <p:cNvPr id="59" name="Rettangolo 58">
            <a:extLst>
              <a:ext uri="{FF2B5EF4-FFF2-40B4-BE49-F238E27FC236}">
                <a16:creationId xmlns:a16="http://schemas.microsoft.com/office/drawing/2014/main" id="{B5FCE84D-3C40-4CDD-AE7F-805C176557F8}"/>
              </a:ext>
            </a:extLst>
          </p:cNvPr>
          <p:cNvSpPr/>
          <p:nvPr/>
        </p:nvSpPr>
        <p:spPr bwMode="auto">
          <a:xfrm>
            <a:off x="1483448" y="5234567"/>
            <a:ext cx="5832662" cy="815614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Il tas</a:t>
            </a:r>
            <a:r>
              <a:rPr lang="it-IT" sz="2200" dirty="0">
                <a:latin typeface="Comic Sans MS" pitchFamily="66" charset="0"/>
              </a:rPr>
              <a:t>k riconoscitore non deve essere necessariamente in fase con gli altri</a:t>
            </a:r>
            <a:endParaRPr kumimoji="0" lang="it-IT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cxnSp>
        <p:nvCxnSpPr>
          <p:cNvPr id="60" name="Connettore 1 54">
            <a:extLst>
              <a:ext uri="{FF2B5EF4-FFF2-40B4-BE49-F238E27FC236}">
                <a16:creationId xmlns:a16="http://schemas.microsoft.com/office/drawing/2014/main" id="{AD256FF1-0E22-4B7E-BEE6-9FF210F775B4}"/>
              </a:ext>
            </a:extLst>
          </p:cNvPr>
          <p:cNvCxnSpPr>
            <a:cxnSpLocks/>
          </p:cNvCxnSpPr>
          <p:nvPr/>
        </p:nvCxnSpPr>
        <p:spPr bwMode="auto">
          <a:xfrm>
            <a:off x="1425001" y="4193067"/>
            <a:ext cx="1619349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2" name="Connettore 1 31">
            <a:extLst>
              <a:ext uri="{FF2B5EF4-FFF2-40B4-BE49-F238E27FC236}">
                <a16:creationId xmlns:a16="http://schemas.microsoft.com/office/drawing/2014/main" id="{1276D7BD-D8D8-40D4-B3B8-0BC2F8AF984F}"/>
              </a:ext>
            </a:extLst>
          </p:cNvPr>
          <p:cNvCxnSpPr/>
          <p:nvPr/>
        </p:nvCxnSpPr>
        <p:spPr bwMode="auto">
          <a:xfrm flipV="1">
            <a:off x="3031443" y="3896617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3" name="Connettore 1 33">
            <a:extLst>
              <a:ext uri="{FF2B5EF4-FFF2-40B4-BE49-F238E27FC236}">
                <a16:creationId xmlns:a16="http://schemas.microsoft.com/office/drawing/2014/main" id="{C1C16902-60F1-449C-BB75-EA0D0204A953}"/>
              </a:ext>
            </a:extLst>
          </p:cNvPr>
          <p:cNvCxnSpPr/>
          <p:nvPr/>
        </p:nvCxnSpPr>
        <p:spPr bwMode="auto">
          <a:xfrm>
            <a:off x="3031443" y="3895992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5" name="Connettore 1 32">
            <a:extLst>
              <a:ext uri="{FF2B5EF4-FFF2-40B4-BE49-F238E27FC236}">
                <a16:creationId xmlns:a16="http://schemas.microsoft.com/office/drawing/2014/main" id="{1022E193-3395-48F3-9904-4199FD5F9B58}"/>
              </a:ext>
            </a:extLst>
          </p:cNvPr>
          <p:cNvCxnSpPr/>
          <p:nvPr/>
        </p:nvCxnSpPr>
        <p:spPr bwMode="auto">
          <a:xfrm flipV="1">
            <a:off x="3364087" y="3896617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6" name="Connettore 1 54">
            <a:extLst>
              <a:ext uri="{FF2B5EF4-FFF2-40B4-BE49-F238E27FC236}">
                <a16:creationId xmlns:a16="http://schemas.microsoft.com/office/drawing/2014/main" id="{48B6D194-3684-4E63-BA66-D9FCA35301CD}"/>
              </a:ext>
            </a:extLst>
          </p:cNvPr>
          <p:cNvCxnSpPr>
            <a:cxnSpLocks/>
          </p:cNvCxnSpPr>
          <p:nvPr/>
        </p:nvCxnSpPr>
        <p:spPr bwMode="auto">
          <a:xfrm flipV="1">
            <a:off x="3372590" y="4185967"/>
            <a:ext cx="2299609" cy="71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7" name="Connettore 1 31">
            <a:extLst>
              <a:ext uri="{FF2B5EF4-FFF2-40B4-BE49-F238E27FC236}">
                <a16:creationId xmlns:a16="http://schemas.microsoft.com/office/drawing/2014/main" id="{AB57BD1B-7A2D-44E8-A330-D4501286E6D6}"/>
              </a:ext>
            </a:extLst>
          </p:cNvPr>
          <p:cNvCxnSpPr/>
          <p:nvPr/>
        </p:nvCxnSpPr>
        <p:spPr bwMode="auto">
          <a:xfrm flipV="1">
            <a:off x="5672199" y="3897242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8" name="Connettore 1 33">
            <a:extLst>
              <a:ext uri="{FF2B5EF4-FFF2-40B4-BE49-F238E27FC236}">
                <a16:creationId xmlns:a16="http://schemas.microsoft.com/office/drawing/2014/main" id="{D6C05357-DEB5-4308-98BE-B0580C5E67C5}"/>
              </a:ext>
            </a:extLst>
          </p:cNvPr>
          <p:cNvCxnSpPr/>
          <p:nvPr/>
        </p:nvCxnSpPr>
        <p:spPr bwMode="auto">
          <a:xfrm>
            <a:off x="5672199" y="3896617"/>
            <a:ext cx="332644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69" name="Connettore 1 32">
            <a:extLst>
              <a:ext uri="{FF2B5EF4-FFF2-40B4-BE49-F238E27FC236}">
                <a16:creationId xmlns:a16="http://schemas.microsoft.com/office/drawing/2014/main" id="{6C466E19-D3F9-48FF-A154-5DBEB881B0FE}"/>
              </a:ext>
            </a:extLst>
          </p:cNvPr>
          <p:cNvCxnSpPr/>
          <p:nvPr/>
        </p:nvCxnSpPr>
        <p:spPr bwMode="auto">
          <a:xfrm flipV="1">
            <a:off x="6004843" y="3897242"/>
            <a:ext cx="0" cy="28935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71" name="Connettore 1 54">
            <a:extLst>
              <a:ext uri="{FF2B5EF4-FFF2-40B4-BE49-F238E27FC236}">
                <a16:creationId xmlns:a16="http://schemas.microsoft.com/office/drawing/2014/main" id="{4650057B-57AE-4B7F-9858-67B98222FD59}"/>
              </a:ext>
            </a:extLst>
          </p:cNvPr>
          <p:cNvCxnSpPr>
            <a:cxnSpLocks/>
          </p:cNvCxnSpPr>
          <p:nvPr/>
        </p:nvCxnSpPr>
        <p:spPr bwMode="auto">
          <a:xfrm flipV="1">
            <a:off x="6000651" y="4185967"/>
            <a:ext cx="585017" cy="71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77B69EEB-721B-44D7-8C82-EFB966661EEC}"/>
              </a:ext>
            </a:extLst>
          </p:cNvPr>
          <p:cNvSpPr txBox="1"/>
          <p:nvPr/>
        </p:nvSpPr>
        <p:spPr>
          <a:xfrm>
            <a:off x="6579732" y="3897242"/>
            <a:ext cx="896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+mj-lt"/>
              </a:rPr>
              <a:t>bit OK</a:t>
            </a:r>
          </a:p>
        </p:txBody>
      </p:sp>
      <p:sp>
        <p:nvSpPr>
          <p:cNvPr id="74" name="Rettangolo con angoli arrotondati 73">
            <a:extLst>
              <a:ext uri="{FF2B5EF4-FFF2-40B4-BE49-F238E27FC236}">
                <a16:creationId xmlns:a16="http://schemas.microsoft.com/office/drawing/2014/main" id="{C87EB02F-9EDC-40CE-A266-1599ADF31A15}"/>
              </a:ext>
            </a:extLst>
          </p:cNvPr>
          <p:cNvSpPr/>
          <p:nvPr/>
        </p:nvSpPr>
        <p:spPr bwMode="auto">
          <a:xfrm>
            <a:off x="1909477" y="1767681"/>
            <a:ext cx="1340538" cy="423489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75" name="Rettangolo con angoli arrotondati 74">
            <a:extLst>
              <a:ext uri="{FF2B5EF4-FFF2-40B4-BE49-F238E27FC236}">
                <a16:creationId xmlns:a16="http://schemas.microsoft.com/office/drawing/2014/main" id="{402BC691-E712-43A3-BCF2-E0E37D5D00F0}"/>
              </a:ext>
            </a:extLst>
          </p:cNvPr>
          <p:cNvSpPr/>
          <p:nvPr/>
        </p:nvSpPr>
        <p:spPr bwMode="auto">
          <a:xfrm>
            <a:off x="4572000" y="1762348"/>
            <a:ext cx="1340538" cy="423489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cxnSp>
        <p:nvCxnSpPr>
          <p:cNvPr id="77" name="Connettore 2 76">
            <a:extLst>
              <a:ext uri="{FF2B5EF4-FFF2-40B4-BE49-F238E27FC236}">
                <a16:creationId xmlns:a16="http://schemas.microsoft.com/office/drawing/2014/main" id="{0A8011F6-86BC-4FB6-8587-F15C055E6BF4}"/>
              </a:ext>
            </a:extLst>
          </p:cNvPr>
          <p:cNvCxnSpPr/>
          <p:nvPr/>
        </p:nvCxnSpPr>
        <p:spPr bwMode="auto">
          <a:xfrm flipV="1">
            <a:off x="3031443" y="2185837"/>
            <a:ext cx="0" cy="165792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78" name="Connettore 2 77">
            <a:extLst>
              <a:ext uri="{FF2B5EF4-FFF2-40B4-BE49-F238E27FC236}">
                <a16:creationId xmlns:a16="http://schemas.microsoft.com/office/drawing/2014/main" id="{7FBA72D9-8535-4445-9558-0E1818BB79A9}"/>
              </a:ext>
            </a:extLst>
          </p:cNvPr>
          <p:cNvCxnSpPr/>
          <p:nvPr/>
        </p:nvCxnSpPr>
        <p:spPr bwMode="auto">
          <a:xfrm flipV="1">
            <a:off x="5672199" y="2185837"/>
            <a:ext cx="0" cy="165792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36541C9C-9C61-4F0C-B917-24710D2170F1}"/>
              </a:ext>
            </a:extLst>
          </p:cNvPr>
          <p:cNvSpPr txBox="1"/>
          <p:nvPr/>
        </p:nvSpPr>
        <p:spPr>
          <a:xfrm>
            <a:off x="2607356" y="4344831"/>
            <a:ext cx="4313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+mj-lt"/>
              </a:rPr>
              <a:t>count</a:t>
            </a:r>
            <a:r>
              <a:rPr lang="it-IT" sz="2000" dirty="0">
                <a:latin typeface="+mj-lt"/>
              </a:rPr>
              <a:t>=1                            </a:t>
            </a:r>
            <a:r>
              <a:rPr lang="it-IT" sz="2000" dirty="0" err="1">
                <a:latin typeface="+mj-lt"/>
              </a:rPr>
              <a:t>count</a:t>
            </a:r>
            <a:r>
              <a:rPr lang="it-IT" sz="2000" dirty="0">
                <a:latin typeface="+mj-lt"/>
              </a:rPr>
              <a:t>=2 …</a:t>
            </a:r>
          </a:p>
        </p:txBody>
      </p:sp>
    </p:spTree>
    <p:extLst>
      <p:ext uri="{BB962C8B-B14F-4D97-AF65-F5344CB8AC3E}">
        <p14:creationId xmlns:p14="http://schemas.microsoft.com/office/powerpoint/2010/main" val="1902974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D10E18-9BAD-4D03-AA63-AA0F2C31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Task </a:t>
            </a:r>
            <a:r>
              <a:rPr lang="it-IT" dirty="0" err="1"/>
              <a:t>buddy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07E2514-550E-496C-96C1-86AFD048F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Il task </a:t>
            </a:r>
            <a:r>
              <a:rPr lang="it-IT" dirty="0" err="1"/>
              <a:t>buddy</a:t>
            </a:r>
            <a:r>
              <a:rPr lang="it-IT" dirty="0"/>
              <a:t> si limita a stampare continuamente a video, ogni 10ms, i valori OK e </a:t>
            </a:r>
            <a:r>
              <a:rPr lang="it-IT" dirty="0" err="1"/>
              <a:t>count</a:t>
            </a:r>
            <a:r>
              <a:rPr lang="it-IT" dirty="0"/>
              <a:t> letti da un area di memoria condivisa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A2A9328-EA69-45E4-88B6-A0AA7B046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E69C6D-0241-C642-A750-BCC21E81E206}" type="slidenum">
              <a:rPr lang="it-IT" smtClean="0"/>
              <a:pPr>
                <a:defRPr/>
              </a:pPr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7323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D10E18-9BAD-4D03-AA63-AA0F2C31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Variabili Condivise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07E2514-550E-496C-96C1-86AFD048F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Le variabili condivise tra i generatori e il task </a:t>
            </a:r>
            <a:r>
              <a:rPr lang="it-IT" dirty="0" err="1"/>
              <a:t>buddy</a:t>
            </a:r>
            <a:r>
              <a:rPr lang="it-IT" dirty="0"/>
              <a:t> e tra generatori e il ricevitore vanno opportunamente protette tramite dei </a:t>
            </a:r>
            <a:r>
              <a:rPr lang="it-IT" dirty="0" err="1"/>
              <a:t>Mutex</a:t>
            </a:r>
            <a:r>
              <a:rPr lang="it-IT" dirty="0"/>
              <a:t>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A2A9328-EA69-45E4-88B6-A0AA7B046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E69C6D-0241-C642-A750-BCC21E81E206}" type="slidenum">
              <a:rPr lang="it-IT" smtClean="0"/>
              <a:pPr>
                <a:defRPr/>
              </a:pPr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8417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907866-6CFD-4EC5-A079-025E55ED1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Varianti e opzioni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EC79B5D-D2F0-43EB-98DB-BA2798124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/>
              <a:t>Opzionalmente, si possono realizzare delle varianti, come ad es:</a:t>
            </a:r>
          </a:p>
          <a:p>
            <a:pPr lvl="1"/>
            <a:r>
              <a:rPr lang="it-IT" sz="2000" dirty="0"/>
              <a:t>Utilizzare </a:t>
            </a:r>
            <a:r>
              <a:rPr lang="it-IT" sz="2000" dirty="0" err="1"/>
              <a:t>scanf</a:t>
            </a:r>
            <a:r>
              <a:rPr lang="it-IT" sz="2000" dirty="0"/>
              <a:t>/</a:t>
            </a:r>
            <a:r>
              <a:rPr lang="it-IT" sz="2000" dirty="0" err="1"/>
              <a:t>printf</a:t>
            </a:r>
            <a:r>
              <a:rPr lang="it-IT" sz="2000" dirty="0"/>
              <a:t> per inserire a </a:t>
            </a:r>
            <a:r>
              <a:rPr lang="it-IT" sz="2000" dirty="0" err="1"/>
              <a:t>runtime</a:t>
            </a:r>
            <a:r>
              <a:rPr lang="it-IT" sz="2000" dirty="0"/>
              <a:t> il periodo e la fase dei generatori.</a:t>
            </a:r>
          </a:p>
          <a:p>
            <a:pPr lvl="1"/>
            <a:r>
              <a:rPr lang="it-IT" sz="2000" dirty="0"/>
              <a:t>Rendere configurabile anche la sequenza da riconoscere, passandola come parametro</a:t>
            </a:r>
          </a:p>
          <a:p>
            <a:pPr lvl="1"/>
            <a:r>
              <a:rPr lang="it-IT" sz="2000" dirty="0"/>
              <a:t>Estendere il codice su più bit (aggiungendo uno o più task generatori)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B4A603E-E23B-435B-904C-B1B01A1B9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E69C6D-0241-C642-A750-BCC21E81E206}" type="slidenum">
              <a:rPr lang="it-IT" smtClean="0"/>
              <a:pPr>
                <a:defRPr/>
              </a:pPr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1332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Consegna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35581"/>
            <a:ext cx="7924800" cy="4419600"/>
          </a:xfrm>
        </p:spPr>
        <p:txBody>
          <a:bodyPr/>
          <a:lstStyle/>
          <a:p>
            <a:r>
              <a:rPr lang="en-US" sz="2800" dirty="0"/>
              <a:t>Da </a:t>
            </a:r>
            <a:r>
              <a:rPr lang="en-US" sz="2800" dirty="0" err="1"/>
              <a:t>consegnare</a:t>
            </a:r>
            <a:r>
              <a:rPr lang="en-US" sz="2800" dirty="0"/>
              <a:t> in </a:t>
            </a:r>
            <a:r>
              <a:rPr lang="en-US" sz="2800" dirty="0" err="1"/>
              <a:t>settimana</a:t>
            </a:r>
            <a:r>
              <a:rPr lang="en-US" sz="2800" dirty="0"/>
              <a:t> </a:t>
            </a:r>
            <a:r>
              <a:rPr lang="en-US" sz="2800" dirty="0" err="1"/>
              <a:t>su</a:t>
            </a:r>
            <a:r>
              <a:rPr lang="en-US" sz="2800" dirty="0"/>
              <a:t> Teams</a:t>
            </a:r>
          </a:p>
          <a:p>
            <a:r>
              <a:rPr lang="en-US" sz="2800" dirty="0" err="1"/>
              <a:t>Consegna</a:t>
            </a:r>
            <a:r>
              <a:rPr lang="en-US" sz="2800" dirty="0"/>
              <a:t> in </a:t>
            </a:r>
            <a:r>
              <a:rPr lang="en-US" sz="2800" dirty="0" err="1"/>
              <a:t>ritardo</a:t>
            </a:r>
            <a:r>
              <a:rPr lang="en-US" sz="2800" dirty="0"/>
              <a:t> </a:t>
            </a:r>
            <a:r>
              <a:rPr lang="en-US" sz="2800" dirty="0" err="1"/>
              <a:t>possibile</a:t>
            </a:r>
            <a:r>
              <a:rPr lang="en-US" sz="2800" dirty="0"/>
              <a:t> </a:t>
            </a:r>
            <a:r>
              <a:rPr lang="en-US" sz="2800" dirty="0" err="1"/>
              <a:t>entro</a:t>
            </a:r>
            <a:r>
              <a:rPr lang="en-US" sz="2800" dirty="0"/>
              <a:t> </a:t>
            </a:r>
            <a:r>
              <a:rPr lang="en-US" sz="2800" err="1"/>
              <a:t>Martedì</a:t>
            </a:r>
            <a:r>
              <a:rPr lang="en-US" sz="2800"/>
              <a:t> 25</a:t>
            </a:r>
            <a:endParaRPr lang="en-US" sz="2800" dirty="0"/>
          </a:p>
          <a:p>
            <a:r>
              <a:rPr lang="en-US" sz="2800" dirty="0"/>
              <a:t>La </a:t>
            </a:r>
            <a:r>
              <a:rPr lang="en-US" sz="2800" dirty="0" err="1"/>
              <a:t>prova</a:t>
            </a:r>
            <a:r>
              <a:rPr lang="en-US" sz="2800" dirty="0"/>
              <a:t> non </a:t>
            </a:r>
            <a:r>
              <a:rPr lang="en-US" sz="2800" dirty="0" err="1"/>
              <a:t>verrà</a:t>
            </a:r>
            <a:r>
              <a:rPr lang="en-US" sz="2800" dirty="0"/>
              <a:t> </a:t>
            </a:r>
            <a:r>
              <a:rPr lang="en-US" sz="2800" dirty="0" err="1"/>
              <a:t>valutata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E69C6D-0241-C642-A750-BCC21E81E206}" type="slidenum">
              <a:rPr lang="it-IT" smtClean="0"/>
              <a:pPr>
                <a:defRPr/>
              </a:pPr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2534801"/>
      </p:ext>
    </p:extLst>
  </p:cSld>
  <p:clrMapOvr>
    <a:masterClrMapping/>
  </p:clrMapOvr>
</p:sld>
</file>

<file path=ppt/theme/theme1.xml><?xml version="1.0" encoding="utf-8"?>
<a:theme xmlns:a="http://schemas.openxmlformats.org/drawingml/2006/main" name="Radiale">
  <a:themeElements>
    <a:clrScheme name="Radiale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Radial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Radiale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e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e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e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e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e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e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e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e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e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55E2A03004ECC4F9DD6EAC277910A1F" ma:contentTypeVersion="1" ma:contentTypeDescription="Creare un nuovo documento." ma:contentTypeScope="" ma:versionID="0e9fdbfd39077d80a7f4fce466fb034f">
  <xsd:schema xmlns:xsd="http://www.w3.org/2001/XMLSchema" xmlns:xs="http://www.w3.org/2001/XMLSchema" xmlns:p="http://schemas.microsoft.com/office/2006/metadata/properties" xmlns:ns2="c5028dfe-1d18-435a-a7d3-f03387387472" targetNamespace="http://schemas.microsoft.com/office/2006/metadata/properties" ma:root="true" ma:fieldsID="0860e83e1cc70c508664123c4cb6c36b" ns2:_="">
    <xsd:import namespace="c5028dfe-1d18-435a-a7d3-f03387387472"/>
    <xsd:element name="properties">
      <xsd:complexType>
        <xsd:sequence>
          <xsd:element name="documentManagement">
            <xsd:complexType>
              <xsd:all>
                <xsd:element ref="ns2:Reference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028dfe-1d18-435a-a7d3-f03387387472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21551F-9133-40B7-9B85-B239215AA237}"/>
</file>

<file path=customXml/itemProps2.xml><?xml version="1.0" encoding="utf-8"?>
<ds:datastoreItem xmlns:ds="http://schemas.openxmlformats.org/officeDocument/2006/customXml" ds:itemID="{F89E431C-DAC9-46B0-B332-DD660D41717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517</TotalTime>
  <Pages>20</Pages>
  <Words>647</Words>
  <Application>Microsoft Macintosh PowerPoint</Application>
  <PresentationFormat>On-screen Show (4:3)</PresentationFormat>
  <Paragraphs>82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Black</vt:lpstr>
      <vt:lpstr>Comic Sans MS</vt:lpstr>
      <vt:lpstr>Courier New</vt:lpstr>
      <vt:lpstr>Times New Roman</vt:lpstr>
      <vt:lpstr>Wingdings</vt:lpstr>
      <vt:lpstr>Radiale</vt:lpstr>
      <vt:lpstr>Esercitazione 06:  riconoscitore di sequenze</vt:lpstr>
      <vt:lpstr>Traccia</vt:lpstr>
      <vt:lpstr>Task generatori</vt:lpstr>
      <vt:lpstr>Sequenze numeriche da onde quadre binarie</vt:lpstr>
      <vt:lpstr>Configurazione dei task generatori</vt:lpstr>
      <vt:lpstr>Task riconoscitore di sequenza</vt:lpstr>
      <vt:lpstr>Commutazione del bit OK</vt:lpstr>
      <vt:lpstr>Task buddy</vt:lpstr>
      <vt:lpstr>Variabili Condivise</vt:lpstr>
      <vt:lpstr>Varianti e opzioni</vt:lpstr>
      <vt:lpstr>Consegna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Nessun titolo diapositiva</dc:title>
  <dc:subject/>
  <dc:creator>Delosa</dc:creator>
  <cp:keywords/>
  <dc:description/>
  <cp:lastModifiedBy>DANIELE OTTAVIANO</cp:lastModifiedBy>
  <cp:revision>350</cp:revision>
  <cp:lastPrinted>2013-04-12T08:47:32Z</cp:lastPrinted>
  <dcterms:created xsi:type="dcterms:W3CDTF">1998-02-06T10:48:22Z</dcterms:created>
  <dcterms:modified xsi:type="dcterms:W3CDTF">2023-04-17T16:03:13Z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2023-04-11T15:43:36Z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bf63e930-a595-48df-bba5-50d49e13345c</vt:lpwstr>
  </property>
  <property fmtid="{D5CDD505-2E9C-101B-9397-08002B2CF9AE}" pid="8" name="MSIP_Label_2ad0b24d-6422-44b0-b3de-abb3a9e8c81a_ContentBits">
    <vt:lpwstr>0</vt:lpwstr>
  </property>
</Properties>
</file>